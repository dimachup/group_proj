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2A_53FC9300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99" r:id="rId3"/>
    <p:sldId id="310" r:id="rId4"/>
    <p:sldId id="309" r:id="rId5"/>
    <p:sldId id="298" r:id="rId6"/>
    <p:sldId id="300" r:id="rId7"/>
    <p:sldId id="302" r:id="rId8"/>
    <p:sldId id="303" r:id="rId9"/>
    <p:sldId id="301" r:id="rId10"/>
    <p:sldId id="304" r:id="rId11"/>
    <p:sldId id="305" r:id="rId12"/>
    <p:sldId id="306" r:id="rId13"/>
    <p:sldId id="307" r:id="rId14"/>
    <p:sldId id="30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CA49489-C5DA-4232-9E7F-A2FE6EA29816}">
          <p14:sldIdLst/>
        </p14:section>
        <p14:section name="Map" id="{B561FA90-C7EF-4443-84E0-E1786E874F58}">
          <p14:sldIdLst/>
        </p14:section>
        <p14:section name="References" id="{F4623DD9-2BCB-4AA8-B04F-243EA849D376}">
          <p14:sldIdLst>
            <p14:sldId id="257"/>
            <p14:sldId id="299"/>
            <p14:sldId id="310"/>
            <p14:sldId id="309"/>
            <p14:sldId id="298"/>
            <p14:sldId id="300"/>
            <p14:sldId id="302"/>
            <p14:sldId id="303"/>
            <p14:sldId id="301"/>
            <p14:sldId id="304"/>
            <p14:sldId id="305"/>
            <p14:sldId id="306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F05CA7B-B7E3-BFEC-E8B1-5F95BE5DEF0C}" name="Herish Dina" initials="HD" userId="S::wn24417@bristol.ac.uk::6f16baca-ba0e-4897-8473-fe8636b0c50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7D95"/>
    <a:srgbClr val="0081E2"/>
    <a:srgbClr val="000000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408AAA-5351-40DF-BC52-6A1CCCE979AA}" v="8" dt="2026-04-03T14:17:38.472"/>
    <p1510:client id="{EBEC0E42-DFA1-4647-89D3-0951E61C39D3}" v="255" dt="2026-04-03T12:02:28.9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87" autoAdjust="0"/>
    <p:restoredTop sz="83878" autoAdjust="0"/>
  </p:normalViewPr>
  <p:slideViewPr>
    <p:cSldViewPr snapToGrid="0">
      <p:cViewPr>
        <p:scale>
          <a:sx n="91" d="100"/>
          <a:sy n="91" d="100"/>
        </p:scale>
        <p:origin x="144" y="40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rish Dina" userId="6f16baca-ba0e-4897-8473-fe8636b0c50d" providerId="ADAL" clId="{F64B2C76-082B-40FB-B7D7-2CF00054FC44}"/>
    <pc:docChg chg="undo custSel addSld delSld modSld sldOrd addMainMaster delMainMaster modMainMaster addSection modSection">
      <pc:chgData name="Herish Dina" userId="6f16baca-ba0e-4897-8473-fe8636b0c50d" providerId="ADAL" clId="{F64B2C76-082B-40FB-B7D7-2CF00054FC44}" dt="2026-04-03T12:10:53.488" v="1661" actId="2711"/>
      <pc:docMkLst>
        <pc:docMk/>
      </pc:docMkLst>
      <pc:sldChg chg="modSp mod ord setBg">
        <pc:chgData name="Herish Dina" userId="6f16baca-ba0e-4897-8473-fe8636b0c50d" providerId="ADAL" clId="{F64B2C76-082B-40FB-B7D7-2CF00054FC44}" dt="2026-04-03T10:21:38.817" v="1077"/>
        <pc:sldMkLst>
          <pc:docMk/>
          <pc:sldMk cId="800826409" sldId="256"/>
        </pc:sldMkLst>
        <pc:spChg chg="mod">
          <ac:chgData name="Herish Dina" userId="6f16baca-ba0e-4897-8473-fe8636b0c50d" providerId="ADAL" clId="{F64B2C76-082B-40FB-B7D7-2CF00054FC44}" dt="2026-04-03T10:21:00.548" v="1075" actId="2711"/>
          <ac:spMkLst>
            <pc:docMk/>
            <pc:sldMk cId="800826409" sldId="256"/>
            <ac:spMk id="2" creationId="{3FF9292B-1CC3-07CB-57E0-3DB68F824054}"/>
          </ac:spMkLst>
        </pc:spChg>
        <pc:spChg chg="mod">
          <ac:chgData name="Herish Dina" userId="6f16baca-ba0e-4897-8473-fe8636b0c50d" providerId="ADAL" clId="{F64B2C76-082B-40FB-B7D7-2CF00054FC44}" dt="2026-04-03T10:20:56.573" v="1074" actId="2711"/>
          <ac:spMkLst>
            <pc:docMk/>
            <pc:sldMk cId="800826409" sldId="256"/>
            <ac:spMk id="3" creationId="{BBD5D351-E019-9DD2-E748-B52865F542AE}"/>
          </ac:spMkLst>
        </pc:spChg>
      </pc:sldChg>
      <pc:sldChg chg="addSp modSp mod ord">
        <pc:chgData name="Herish Dina" userId="6f16baca-ba0e-4897-8473-fe8636b0c50d" providerId="ADAL" clId="{F64B2C76-082B-40FB-B7D7-2CF00054FC44}" dt="2026-04-02T12:38:58.629" v="219"/>
        <pc:sldMkLst>
          <pc:docMk/>
          <pc:sldMk cId="1877040323" sldId="264"/>
        </pc:sldMkLst>
        <pc:spChg chg="add mod">
          <ac:chgData name="Herish Dina" userId="6f16baca-ba0e-4897-8473-fe8636b0c50d" providerId="ADAL" clId="{F64B2C76-082B-40FB-B7D7-2CF00054FC44}" dt="2026-04-02T12:37:20.441" v="214" actId="207"/>
          <ac:spMkLst>
            <pc:docMk/>
            <pc:sldMk cId="1877040323" sldId="264"/>
            <ac:spMk id="4" creationId="{FA6B3C51-AC99-0725-B76B-DAC3F99CADA3}"/>
          </ac:spMkLst>
        </pc:spChg>
      </pc:sldChg>
      <pc:sldChg chg="addSp delSp modSp del mod setBg">
        <pc:chgData name="Herish Dina" userId="6f16baca-ba0e-4897-8473-fe8636b0c50d" providerId="ADAL" clId="{F64B2C76-082B-40FB-B7D7-2CF00054FC44}" dt="2026-04-02T12:43:55.732" v="280" actId="2696"/>
        <pc:sldMkLst>
          <pc:docMk/>
          <pc:sldMk cId="3118473311" sldId="265"/>
        </pc:sldMkLst>
        <pc:spChg chg="add">
          <ac:chgData name="Herish Dina" userId="6f16baca-ba0e-4897-8473-fe8636b0c50d" providerId="ADAL" clId="{F64B2C76-082B-40FB-B7D7-2CF00054FC44}" dt="2026-04-02T12:43:31.482" v="278" actId="26606"/>
          <ac:spMkLst>
            <pc:docMk/>
            <pc:sldMk cId="3118473311" sldId="265"/>
            <ac:spMk id="7" creationId="{5F879AC3-D4CE-493C-ADC7-06205677F4F8}"/>
          </ac:spMkLst>
        </pc:spChg>
        <pc:spChg chg="add">
          <ac:chgData name="Herish Dina" userId="6f16baca-ba0e-4897-8473-fe8636b0c50d" providerId="ADAL" clId="{F64B2C76-082B-40FB-B7D7-2CF00054FC44}" dt="2026-04-02T12:43:31.482" v="278" actId="26606"/>
          <ac:spMkLst>
            <pc:docMk/>
            <pc:sldMk cId="3118473311" sldId="265"/>
            <ac:spMk id="9" creationId="{736F0DFD-0954-464F-BF12-DD2E6F6E0380}"/>
          </ac:spMkLst>
        </pc:spChg>
        <pc:graphicFrameChg chg="add del mod modGraphic">
          <ac:chgData name="Herish Dina" userId="6f16baca-ba0e-4897-8473-fe8636b0c50d" providerId="ADAL" clId="{F64B2C76-082B-40FB-B7D7-2CF00054FC44}" dt="2026-04-02T12:43:47.349" v="279" actId="21"/>
          <ac:graphicFrameMkLst>
            <pc:docMk/>
            <pc:sldMk cId="3118473311" sldId="265"/>
            <ac:graphicFrameMk id="2" creationId="{C64AA576-51D6-FD88-4C0C-4D6699488A85}"/>
          </ac:graphicFrameMkLst>
        </pc:graphicFrameChg>
      </pc:sldChg>
      <pc:sldChg chg="addSp modSp mod">
        <pc:chgData name="Herish Dina" userId="6f16baca-ba0e-4897-8473-fe8636b0c50d" providerId="ADAL" clId="{F64B2C76-082B-40FB-B7D7-2CF00054FC44}" dt="2026-04-02T12:45:02.243" v="287" actId="14734"/>
        <pc:sldMkLst>
          <pc:docMk/>
          <pc:sldMk cId="3731366814" sldId="266"/>
        </pc:sldMkLst>
        <pc:graphicFrameChg chg="add mod modGraphic">
          <ac:chgData name="Herish Dina" userId="6f16baca-ba0e-4897-8473-fe8636b0c50d" providerId="ADAL" clId="{F64B2C76-082B-40FB-B7D7-2CF00054FC44}" dt="2026-04-02T12:45:02.243" v="287" actId="14734"/>
          <ac:graphicFrameMkLst>
            <pc:docMk/>
            <pc:sldMk cId="3731366814" sldId="266"/>
            <ac:graphicFrameMk id="2" creationId="{C64AA576-51D6-FD88-4C0C-4D6699488A85}"/>
          </ac:graphicFrameMkLst>
        </pc:graphicFrameChg>
      </pc:sldChg>
      <pc:sldChg chg="addSp delSp modSp mod">
        <pc:chgData name="Herish Dina" userId="6f16baca-ba0e-4897-8473-fe8636b0c50d" providerId="ADAL" clId="{F64B2C76-082B-40FB-B7D7-2CF00054FC44}" dt="2026-04-02T12:36:01.313" v="212" actId="14100"/>
        <pc:sldMkLst>
          <pc:docMk/>
          <pc:sldMk cId="2814295033" sldId="282"/>
        </pc:sldMkLst>
        <pc:spChg chg="mod">
          <ac:chgData name="Herish Dina" userId="6f16baca-ba0e-4897-8473-fe8636b0c50d" providerId="ADAL" clId="{F64B2C76-082B-40FB-B7D7-2CF00054FC44}" dt="2026-04-02T12:31:34.847" v="126" actId="14100"/>
          <ac:spMkLst>
            <pc:docMk/>
            <pc:sldMk cId="2814295033" sldId="282"/>
            <ac:spMk id="2" creationId="{7E1D7637-4237-4D43-B152-5F170F06EF2C}"/>
          </ac:spMkLst>
        </pc:spChg>
        <pc:inkChg chg="add del">
          <ac:chgData name="Herish Dina" userId="6f16baca-ba0e-4897-8473-fe8636b0c50d" providerId="ADAL" clId="{F64B2C76-082B-40FB-B7D7-2CF00054FC44}" dt="2026-04-02T12:26:57.529" v="89" actId="9405"/>
          <ac:inkMkLst>
            <pc:docMk/>
            <pc:sldMk cId="2814295033" sldId="282"/>
            <ac:inkMk id="3" creationId="{14122649-CDC4-3EBF-16D5-B790AA452DEF}"/>
          </ac:inkMkLst>
        </pc:inkChg>
        <pc:inkChg chg="add del">
          <ac:chgData name="Herish Dina" userId="6f16baca-ba0e-4897-8473-fe8636b0c50d" providerId="ADAL" clId="{F64B2C76-082B-40FB-B7D7-2CF00054FC44}" dt="2026-04-02T12:27:37.091" v="91" actId="9405"/>
          <ac:inkMkLst>
            <pc:docMk/>
            <pc:sldMk cId="2814295033" sldId="282"/>
            <ac:inkMk id="4" creationId="{2FAEC036-FFAB-3A7A-C3B3-98E7020EA143}"/>
          </ac:inkMkLst>
        </pc:inkChg>
        <pc:cxnChg chg="add del">
          <ac:chgData name="Herish Dina" userId="6f16baca-ba0e-4897-8473-fe8636b0c50d" providerId="ADAL" clId="{F64B2C76-082B-40FB-B7D7-2CF00054FC44}" dt="2026-04-02T12:27:54.937" v="93" actId="478"/>
          <ac:cxnSpMkLst>
            <pc:docMk/>
            <pc:sldMk cId="2814295033" sldId="282"/>
            <ac:cxnSpMk id="6" creationId="{C2E81DE3-EC2F-0D58-B42F-117DDDFB335E}"/>
          </ac:cxnSpMkLst>
        </pc:cxnChg>
        <pc:cxnChg chg="add mod">
          <ac:chgData name="Herish Dina" userId="6f16baca-ba0e-4897-8473-fe8636b0c50d" providerId="ADAL" clId="{F64B2C76-082B-40FB-B7D7-2CF00054FC44}" dt="2026-04-02T12:31:40.284" v="127" actId="14100"/>
          <ac:cxnSpMkLst>
            <pc:docMk/>
            <pc:sldMk cId="2814295033" sldId="282"/>
            <ac:cxnSpMk id="8" creationId="{3D4C76D5-5DCB-50B9-C143-022331682FDF}"/>
          </ac:cxnSpMkLst>
        </pc:cxnChg>
        <pc:cxnChg chg="add del mod">
          <ac:chgData name="Herish Dina" userId="6f16baca-ba0e-4897-8473-fe8636b0c50d" providerId="ADAL" clId="{F64B2C76-082B-40FB-B7D7-2CF00054FC44}" dt="2026-04-02T12:29:42.054" v="103" actId="478"/>
          <ac:cxnSpMkLst>
            <pc:docMk/>
            <pc:sldMk cId="2814295033" sldId="282"/>
            <ac:cxnSpMk id="10" creationId="{34537068-D6ED-F0CE-88C3-C73CF354DC3A}"/>
          </ac:cxnSpMkLst>
        </pc:cxnChg>
        <pc:cxnChg chg="add mod">
          <ac:chgData name="Herish Dina" userId="6f16baca-ba0e-4897-8473-fe8636b0c50d" providerId="ADAL" clId="{F64B2C76-082B-40FB-B7D7-2CF00054FC44}" dt="2026-04-02T12:30:31.739" v="111" actId="14100"/>
          <ac:cxnSpMkLst>
            <pc:docMk/>
            <pc:sldMk cId="2814295033" sldId="282"/>
            <ac:cxnSpMk id="14" creationId="{612209A8-9350-2E7C-8BDB-9DCD2268BC57}"/>
          </ac:cxnSpMkLst>
        </pc:cxnChg>
        <pc:cxnChg chg="add mod">
          <ac:chgData name="Herish Dina" userId="6f16baca-ba0e-4897-8473-fe8636b0c50d" providerId="ADAL" clId="{F64B2C76-082B-40FB-B7D7-2CF00054FC44}" dt="2026-04-02T12:30:40.857" v="114" actId="14100"/>
          <ac:cxnSpMkLst>
            <pc:docMk/>
            <pc:sldMk cId="2814295033" sldId="282"/>
            <ac:cxnSpMk id="18" creationId="{1BAFFFB7-9ABC-7F4E-2159-3A211454515C}"/>
          </ac:cxnSpMkLst>
        </pc:cxnChg>
        <pc:cxnChg chg="add mod">
          <ac:chgData name="Herish Dina" userId="6f16baca-ba0e-4897-8473-fe8636b0c50d" providerId="ADAL" clId="{F64B2C76-082B-40FB-B7D7-2CF00054FC44}" dt="2026-04-02T12:30:50.355" v="117" actId="14100"/>
          <ac:cxnSpMkLst>
            <pc:docMk/>
            <pc:sldMk cId="2814295033" sldId="282"/>
            <ac:cxnSpMk id="20" creationId="{13D8F312-DEA7-B506-75BD-1A4BF9A56F0A}"/>
          </ac:cxnSpMkLst>
        </pc:cxnChg>
        <pc:cxnChg chg="add mod">
          <ac:chgData name="Herish Dina" userId="6f16baca-ba0e-4897-8473-fe8636b0c50d" providerId="ADAL" clId="{F64B2C76-082B-40FB-B7D7-2CF00054FC44}" dt="2026-04-02T12:30:56.510" v="119" actId="1076"/>
          <ac:cxnSpMkLst>
            <pc:docMk/>
            <pc:sldMk cId="2814295033" sldId="282"/>
            <ac:cxnSpMk id="22" creationId="{1516EF40-5F2C-6E49-4B40-7BF5ABE5B8C9}"/>
          </ac:cxnSpMkLst>
        </pc:cxnChg>
        <pc:cxnChg chg="add mod">
          <ac:chgData name="Herish Dina" userId="6f16baca-ba0e-4897-8473-fe8636b0c50d" providerId="ADAL" clId="{F64B2C76-082B-40FB-B7D7-2CF00054FC44}" dt="2026-04-02T12:31:13.005" v="121" actId="1076"/>
          <ac:cxnSpMkLst>
            <pc:docMk/>
            <pc:sldMk cId="2814295033" sldId="282"/>
            <ac:cxnSpMk id="23" creationId="{8B91325B-6137-A807-02C5-471450A89963}"/>
          </ac:cxnSpMkLst>
        </pc:cxnChg>
        <pc:cxnChg chg="add mod">
          <ac:chgData name="Herish Dina" userId="6f16baca-ba0e-4897-8473-fe8636b0c50d" providerId="ADAL" clId="{F64B2C76-082B-40FB-B7D7-2CF00054FC44}" dt="2026-04-02T12:31:24.914" v="125" actId="14100"/>
          <ac:cxnSpMkLst>
            <pc:docMk/>
            <pc:sldMk cId="2814295033" sldId="282"/>
            <ac:cxnSpMk id="24" creationId="{309E3E9B-D665-2FA2-0903-DC802411665C}"/>
          </ac:cxnSpMkLst>
        </pc:cxnChg>
        <pc:cxnChg chg="add mod">
          <ac:chgData name="Herish Dina" userId="6f16baca-ba0e-4897-8473-fe8636b0c50d" providerId="ADAL" clId="{F64B2C76-082B-40FB-B7D7-2CF00054FC44}" dt="2026-04-02T12:31:46.131" v="130" actId="14100"/>
          <ac:cxnSpMkLst>
            <pc:docMk/>
            <pc:sldMk cId="2814295033" sldId="282"/>
            <ac:cxnSpMk id="28" creationId="{DAE7576F-AD12-2978-3F35-06A74FBBC1CC}"/>
          </ac:cxnSpMkLst>
        </pc:cxnChg>
        <pc:cxnChg chg="add mod">
          <ac:chgData name="Herish Dina" userId="6f16baca-ba0e-4897-8473-fe8636b0c50d" providerId="ADAL" clId="{F64B2C76-082B-40FB-B7D7-2CF00054FC44}" dt="2026-04-02T12:31:55.981" v="133" actId="14100"/>
          <ac:cxnSpMkLst>
            <pc:docMk/>
            <pc:sldMk cId="2814295033" sldId="282"/>
            <ac:cxnSpMk id="30" creationId="{51D6CAFE-0DA5-2987-D970-02DF630A8624}"/>
          </ac:cxnSpMkLst>
        </pc:cxnChg>
        <pc:cxnChg chg="add mod">
          <ac:chgData name="Herish Dina" userId="6f16baca-ba0e-4897-8473-fe8636b0c50d" providerId="ADAL" clId="{F64B2C76-082B-40FB-B7D7-2CF00054FC44}" dt="2026-04-02T12:32:06.765" v="137" actId="14100"/>
          <ac:cxnSpMkLst>
            <pc:docMk/>
            <pc:sldMk cId="2814295033" sldId="282"/>
            <ac:cxnSpMk id="32" creationId="{6B5BC334-5E8A-FE05-102F-F85363077C68}"/>
          </ac:cxnSpMkLst>
        </pc:cxnChg>
        <pc:cxnChg chg="add mod">
          <ac:chgData name="Herish Dina" userId="6f16baca-ba0e-4897-8473-fe8636b0c50d" providerId="ADAL" clId="{F64B2C76-082B-40FB-B7D7-2CF00054FC44}" dt="2026-04-02T12:32:18.825" v="141" actId="14100"/>
          <ac:cxnSpMkLst>
            <pc:docMk/>
            <pc:sldMk cId="2814295033" sldId="282"/>
            <ac:cxnSpMk id="35" creationId="{BCAAB36E-31AC-96AB-53CD-396AE3FBE3FA}"/>
          </ac:cxnSpMkLst>
        </pc:cxnChg>
        <pc:cxnChg chg="add mod">
          <ac:chgData name="Herish Dina" userId="6f16baca-ba0e-4897-8473-fe8636b0c50d" providerId="ADAL" clId="{F64B2C76-082B-40FB-B7D7-2CF00054FC44}" dt="2026-04-02T12:32:28.312" v="144" actId="14100"/>
          <ac:cxnSpMkLst>
            <pc:docMk/>
            <pc:sldMk cId="2814295033" sldId="282"/>
            <ac:cxnSpMk id="38" creationId="{46DFC8E9-926D-0DFB-471C-9C4FFCA93A0B}"/>
          </ac:cxnSpMkLst>
        </pc:cxnChg>
        <pc:cxnChg chg="add mod">
          <ac:chgData name="Herish Dina" userId="6f16baca-ba0e-4897-8473-fe8636b0c50d" providerId="ADAL" clId="{F64B2C76-082B-40FB-B7D7-2CF00054FC44}" dt="2026-04-02T12:32:34.960" v="147" actId="14100"/>
          <ac:cxnSpMkLst>
            <pc:docMk/>
            <pc:sldMk cId="2814295033" sldId="282"/>
            <ac:cxnSpMk id="40" creationId="{65B8D55B-9555-ACAD-D8CC-59EA82B06E48}"/>
          </ac:cxnSpMkLst>
        </pc:cxnChg>
        <pc:cxnChg chg="add mod">
          <ac:chgData name="Herish Dina" userId="6f16baca-ba0e-4897-8473-fe8636b0c50d" providerId="ADAL" clId="{F64B2C76-082B-40FB-B7D7-2CF00054FC44}" dt="2026-04-02T12:32:40.053" v="150" actId="14100"/>
          <ac:cxnSpMkLst>
            <pc:docMk/>
            <pc:sldMk cId="2814295033" sldId="282"/>
            <ac:cxnSpMk id="42" creationId="{6D4B60D9-C374-9236-4144-4BD8463B6738}"/>
          </ac:cxnSpMkLst>
        </pc:cxnChg>
        <pc:cxnChg chg="add mod">
          <ac:chgData name="Herish Dina" userId="6f16baca-ba0e-4897-8473-fe8636b0c50d" providerId="ADAL" clId="{F64B2C76-082B-40FB-B7D7-2CF00054FC44}" dt="2026-04-02T12:32:45.365" v="153" actId="14100"/>
          <ac:cxnSpMkLst>
            <pc:docMk/>
            <pc:sldMk cId="2814295033" sldId="282"/>
            <ac:cxnSpMk id="44" creationId="{485F7852-668D-9C64-DBEA-2442A75E1E2F}"/>
          </ac:cxnSpMkLst>
        </pc:cxnChg>
        <pc:cxnChg chg="add mod">
          <ac:chgData name="Herish Dina" userId="6f16baca-ba0e-4897-8473-fe8636b0c50d" providerId="ADAL" clId="{F64B2C76-082B-40FB-B7D7-2CF00054FC44}" dt="2026-04-02T12:32:52.501" v="156" actId="14100"/>
          <ac:cxnSpMkLst>
            <pc:docMk/>
            <pc:sldMk cId="2814295033" sldId="282"/>
            <ac:cxnSpMk id="46" creationId="{BF3D04B9-374D-A0F8-664B-16954AE6E8E2}"/>
          </ac:cxnSpMkLst>
        </pc:cxnChg>
        <pc:cxnChg chg="add mod">
          <ac:chgData name="Herish Dina" userId="6f16baca-ba0e-4897-8473-fe8636b0c50d" providerId="ADAL" clId="{F64B2C76-082B-40FB-B7D7-2CF00054FC44}" dt="2026-04-02T12:32:59.506" v="159" actId="14100"/>
          <ac:cxnSpMkLst>
            <pc:docMk/>
            <pc:sldMk cId="2814295033" sldId="282"/>
            <ac:cxnSpMk id="48" creationId="{56195193-D326-D5BA-31E3-625799630207}"/>
          </ac:cxnSpMkLst>
        </pc:cxnChg>
        <pc:cxnChg chg="add mod">
          <ac:chgData name="Herish Dina" userId="6f16baca-ba0e-4897-8473-fe8636b0c50d" providerId="ADAL" clId="{F64B2C76-082B-40FB-B7D7-2CF00054FC44}" dt="2026-04-02T12:33:02.809" v="161" actId="1076"/>
          <ac:cxnSpMkLst>
            <pc:docMk/>
            <pc:sldMk cId="2814295033" sldId="282"/>
            <ac:cxnSpMk id="50" creationId="{58778A41-D5BE-E895-6787-5CBEED6DD123}"/>
          </ac:cxnSpMkLst>
        </pc:cxnChg>
        <pc:cxnChg chg="add mod">
          <ac:chgData name="Herish Dina" userId="6f16baca-ba0e-4897-8473-fe8636b0c50d" providerId="ADAL" clId="{F64B2C76-082B-40FB-B7D7-2CF00054FC44}" dt="2026-04-02T12:33:09.215" v="164" actId="14100"/>
          <ac:cxnSpMkLst>
            <pc:docMk/>
            <pc:sldMk cId="2814295033" sldId="282"/>
            <ac:cxnSpMk id="51" creationId="{D1C351A6-83F8-E07C-1FF6-AD17C50F4534}"/>
          </ac:cxnSpMkLst>
        </pc:cxnChg>
        <pc:cxnChg chg="add del mod">
          <ac:chgData name="Herish Dina" userId="6f16baca-ba0e-4897-8473-fe8636b0c50d" providerId="ADAL" clId="{F64B2C76-082B-40FB-B7D7-2CF00054FC44}" dt="2026-04-02T12:33:22.819" v="168" actId="21"/>
          <ac:cxnSpMkLst>
            <pc:docMk/>
            <pc:sldMk cId="2814295033" sldId="282"/>
            <ac:cxnSpMk id="53" creationId="{20D893A9-0B60-DE9E-5107-6EC370B77F57}"/>
          </ac:cxnSpMkLst>
        </pc:cxnChg>
        <pc:cxnChg chg="add mod">
          <ac:chgData name="Herish Dina" userId="6f16baca-ba0e-4897-8473-fe8636b0c50d" providerId="ADAL" clId="{F64B2C76-082B-40FB-B7D7-2CF00054FC44}" dt="2026-04-02T12:33:39.576" v="171" actId="14100"/>
          <ac:cxnSpMkLst>
            <pc:docMk/>
            <pc:sldMk cId="2814295033" sldId="282"/>
            <ac:cxnSpMk id="56" creationId="{E2D65A41-99A1-44D1-CF43-36F8C14C6EAC}"/>
          </ac:cxnSpMkLst>
        </pc:cxnChg>
        <pc:cxnChg chg="add mod">
          <ac:chgData name="Herish Dina" userId="6f16baca-ba0e-4897-8473-fe8636b0c50d" providerId="ADAL" clId="{F64B2C76-082B-40FB-B7D7-2CF00054FC44}" dt="2026-04-02T12:33:56.088" v="174" actId="14100"/>
          <ac:cxnSpMkLst>
            <pc:docMk/>
            <pc:sldMk cId="2814295033" sldId="282"/>
            <ac:cxnSpMk id="58" creationId="{571029EA-9A32-C399-E161-2EDA29F98DD6}"/>
          </ac:cxnSpMkLst>
        </pc:cxnChg>
        <pc:cxnChg chg="add mod">
          <ac:chgData name="Herish Dina" userId="6f16baca-ba0e-4897-8473-fe8636b0c50d" providerId="ADAL" clId="{F64B2C76-082B-40FB-B7D7-2CF00054FC44}" dt="2026-04-02T12:34:03.815" v="177" actId="14100"/>
          <ac:cxnSpMkLst>
            <pc:docMk/>
            <pc:sldMk cId="2814295033" sldId="282"/>
            <ac:cxnSpMk id="60" creationId="{EBBB4F53-53FE-70FE-A0F9-18190067C332}"/>
          </ac:cxnSpMkLst>
        </pc:cxnChg>
        <pc:cxnChg chg="add mod">
          <ac:chgData name="Herish Dina" userId="6f16baca-ba0e-4897-8473-fe8636b0c50d" providerId="ADAL" clId="{F64B2C76-082B-40FB-B7D7-2CF00054FC44}" dt="2026-04-02T12:34:18.340" v="180" actId="14100"/>
          <ac:cxnSpMkLst>
            <pc:docMk/>
            <pc:sldMk cId="2814295033" sldId="282"/>
            <ac:cxnSpMk id="62" creationId="{3A4FE82F-74BD-4CF7-F3C6-8CC68A5409A6}"/>
          </ac:cxnSpMkLst>
        </pc:cxnChg>
        <pc:cxnChg chg="add mod">
          <ac:chgData name="Herish Dina" userId="6f16baca-ba0e-4897-8473-fe8636b0c50d" providerId="ADAL" clId="{F64B2C76-082B-40FB-B7D7-2CF00054FC44}" dt="2026-04-02T12:34:27.273" v="183" actId="14100"/>
          <ac:cxnSpMkLst>
            <pc:docMk/>
            <pc:sldMk cId="2814295033" sldId="282"/>
            <ac:cxnSpMk id="64" creationId="{45969032-7F5F-84BD-B94B-B96334CE20E2}"/>
          </ac:cxnSpMkLst>
        </pc:cxnChg>
        <pc:cxnChg chg="add mod">
          <ac:chgData name="Herish Dina" userId="6f16baca-ba0e-4897-8473-fe8636b0c50d" providerId="ADAL" clId="{F64B2C76-082B-40FB-B7D7-2CF00054FC44}" dt="2026-04-02T12:34:34.511" v="187" actId="14100"/>
          <ac:cxnSpMkLst>
            <pc:docMk/>
            <pc:sldMk cId="2814295033" sldId="282"/>
            <ac:cxnSpMk id="66" creationId="{EB59F8E4-CC99-4BE8-F928-E5E23E19B6C7}"/>
          </ac:cxnSpMkLst>
        </pc:cxnChg>
        <pc:cxnChg chg="add mod">
          <ac:chgData name="Herish Dina" userId="6f16baca-ba0e-4897-8473-fe8636b0c50d" providerId="ADAL" clId="{F64B2C76-082B-40FB-B7D7-2CF00054FC44}" dt="2026-04-02T12:34:40.856" v="190" actId="14100"/>
          <ac:cxnSpMkLst>
            <pc:docMk/>
            <pc:sldMk cId="2814295033" sldId="282"/>
            <ac:cxnSpMk id="69" creationId="{4CF330CC-89F9-2378-0D98-C47CF8227744}"/>
          </ac:cxnSpMkLst>
        </pc:cxnChg>
        <pc:cxnChg chg="add mod">
          <ac:chgData name="Herish Dina" userId="6f16baca-ba0e-4897-8473-fe8636b0c50d" providerId="ADAL" clId="{F64B2C76-082B-40FB-B7D7-2CF00054FC44}" dt="2026-04-02T12:34:45.816" v="193" actId="14100"/>
          <ac:cxnSpMkLst>
            <pc:docMk/>
            <pc:sldMk cId="2814295033" sldId="282"/>
            <ac:cxnSpMk id="71" creationId="{4FED5066-12CC-C281-ABC0-DEFFF9903CCE}"/>
          </ac:cxnSpMkLst>
        </pc:cxnChg>
        <pc:cxnChg chg="add mod">
          <ac:chgData name="Herish Dina" userId="6f16baca-ba0e-4897-8473-fe8636b0c50d" providerId="ADAL" clId="{F64B2C76-082B-40FB-B7D7-2CF00054FC44}" dt="2026-04-02T12:34:51.051" v="196" actId="14100"/>
          <ac:cxnSpMkLst>
            <pc:docMk/>
            <pc:sldMk cId="2814295033" sldId="282"/>
            <ac:cxnSpMk id="73" creationId="{E559FABB-0F47-AFE5-2965-C61602885DDE}"/>
          </ac:cxnSpMkLst>
        </pc:cxnChg>
        <pc:cxnChg chg="add mod">
          <ac:chgData name="Herish Dina" userId="6f16baca-ba0e-4897-8473-fe8636b0c50d" providerId="ADAL" clId="{F64B2C76-082B-40FB-B7D7-2CF00054FC44}" dt="2026-04-02T12:34:58.194" v="199" actId="14100"/>
          <ac:cxnSpMkLst>
            <pc:docMk/>
            <pc:sldMk cId="2814295033" sldId="282"/>
            <ac:cxnSpMk id="75" creationId="{F3F3304A-31E7-030A-46E9-0D52EBEE6485}"/>
          </ac:cxnSpMkLst>
        </pc:cxnChg>
        <pc:cxnChg chg="add mod">
          <ac:chgData name="Herish Dina" userId="6f16baca-ba0e-4897-8473-fe8636b0c50d" providerId="ADAL" clId="{F64B2C76-082B-40FB-B7D7-2CF00054FC44}" dt="2026-04-02T12:35:05.844" v="202" actId="14100"/>
          <ac:cxnSpMkLst>
            <pc:docMk/>
            <pc:sldMk cId="2814295033" sldId="282"/>
            <ac:cxnSpMk id="77" creationId="{82D4159A-738E-69A6-EB0E-7A4A1BBAB168}"/>
          </ac:cxnSpMkLst>
        </pc:cxnChg>
        <pc:cxnChg chg="add mod">
          <ac:chgData name="Herish Dina" userId="6f16baca-ba0e-4897-8473-fe8636b0c50d" providerId="ADAL" clId="{F64B2C76-082B-40FB-B7D7-2CF00054FC44}" dt="2026-04-02T12:35:22.972" v="205" actId="14100"/>
          <ac:cxnSpMkLst>
            <pc:docMk/>
            <pc:sldMk cId="2814295033" sldId="282"/>
            <ac:cxnSpMk id="79" creationId="{F5E9A4F0-7603-0435-6FC2-0EFDCD9FB613}"/>
          </ac:cxnSpMkLst>
        </pc:cxnChg>
        <pc:cxnChg chg="add mod">
          <ac:chgData name="Herish Dina" userId="6f16baca-ba0e-4897-8473-fe8636b0c50d" providerId="ADAL" clId="{F64B2C76-082B-40FB-B7D7-2CF00054FC44}" dt="2026-04-02T12:35:54.638" v="209" actId="14100"/>
          <ac:cxnSpMkLst>
            <pc:docMk/>
            <pc:sldMk cId="2814295033" sldId="282"/>
            <ac:cxnSpMk id="81" creationId="{50C4C4FA-87E5-1E28-8423-F28A2318CD4A}"/>
          </ac:cxnSpMkLst>
        </pc:cxnChg>
        <pc:cxnChg chg="add mod">
          <ac:chgData name="Herish Dina" userId="6f16baca-ba0e-4897-8473-fe8636b0c50d" providerId="ADAL" clId="{F64B2C76-082B-40FB-B7D7-2CF00054FC44}" dt="2026-04-02T12:36:01.313" v="212" actId="14100"/>
          <ac:cxnSpMkLst>
            <pc:docMk/>
            <pc:sldMk cId="2814295033" sldId="282"/>
            <ac:cxnSpMk id="84" creationId="{E227D77B-A51A-B3D2-81DC-4E2A0A62C514}"/>
          </ac:cxnSpMkLst>
        </pc:cxnChg>
      </pc:sldChg>
      <pc:sldChg chg="new del">
        <pc:chgData name="Herish Dina" userId="6f16baca-ba0e-4897-8473-fe8636b0c50d" providerId="ADAL" clId="{F64B2C76-082B-40FB-B7D7-2CF00054FC44}" dt="2026-04-02T12:17:07.256" v="2" actId="2696"/>
        <pc:sldMkLst>
          <pc:docMk/>
          <pc:sldMk cId="4245956191" sldId="283"/>
        </pc:sldMkLst>
      </pc:sldChg>
      <pc:sldChg chg="addSp delSp modSp new del mod setBg chgLayout">
        <pc:chgData name="Herish Dina" userId="6f16baca-ba0e-4897-8473-fe8636b0c50d" providerId="ADAL" clId="{F64B2C76-082B-40FB-B7D7-2CF00054FC44}" dt="2026-04-02T12:54:05.637" v="398" actId="2696"/>
        <pc:sldMkLst>
          <pc:docMk/>
          <pc:sldMk cId="2310160191" sldId="284"/>
        </pc:sldMkLst>
        <pc:spChg chg="mod ord">
          <ac:chgData name="Herish Dina" userId="6f16baca-ba0e-4897-8473-fe8636b0c50d" providerId="ADAL" clId="{F64B2C76-082B-40FB-B7D7-2CF00054FC44}" dt="2026-04-02T12:53:12.537" v="391" actId="26606"/>
          <ac:spMkLst>
            <pc:docMk/>
            <pc:sldMk cId="2310160191" sldId="284"/>
            <ac:spMk id="2" creationId="{4960F1F0-1F00-0D9A-D054-F2680336B1B6}"/>
          </ac:spMkLst>
        </pc:spChg>
        <pc:spChg chg="del">
          <ac:chgData name="Herish Dina" userId="6f16baca-ba0e-4897-8473-fe8636b0c50d" providerId="ADAL" clId="{F64B2C76-082B-40FB-B7D7-2CF00054FC44}" dt="2026-04-02T12:22:45.783" v="4" actId="1032"/>
          <ac:spMkLst>
            <pc:docMk/>
            <pc:sldMk cId="2310160191" sldId="284"/>
            <ac:spMk id="3" creationId="{8CDDFC82-559C-959D-8BAB-B6E8950959BC}"/>
          </ac:spMkLst>
        </pc:spChg>
        <pc:spChg chg="add del mod">
          <ac:chgData name="Herish Dina" userId="6f16baca-ba0e-4897-8473-fe8636b0c50d" providerId="ADAL" clId="{F64B2C76-082B-40FB-B7D7-2CF00054FC44}" dt="2026-04-02T12:49:58.785" v="362" actId="6264"/>
          <ac:spMkLst>
            <pc:docMk/>
            <pc:sldMk cId="2310160191" sldId="284"/>
            <ac:spMk id="5" creationId="{A2BC1E3D-A38D-2E72-536C-DF0331BDBB3E}"/>
          </ac:spMkLst>
        </pc:spChg>
        <pc:spChg chg="add del mod">
          <ac:chgData name="Herish Dina" userId="6f16baca-ba0e-4897-8473-fe8636b0c50d" providerId="ADAL" clId="{F64B2C76-082B-40FB-B7D7-2CF00054FC44}" dt="2026-04-02T12:49:58.785" v="362" actId="6264"/>
          <ac:spMkLst>
            <pc:docMk/>
            <pc:sldMk cId="2310160191" sldId="284"/>
            <ac:spMk id="6" creationId="{14269DA9-1530-754F-BBD3-52A7635FF309}"/>
          </ac:spMkLst>
        </pc:spChg>
        <pc:spChg chg="add mod">
          <ac:chgData name="Herish Dina" userId="6f16baca-ba0e-4897-8473-fe8636b0c50d" providerId="ADAL" clId="{F64B2C76-082B-40FB-B7D7-2CF00054FC44}" dt="2026-04-02T12:53:22.230" v="392" actId="21"/>
          <ac:spMkLst>
            <pc:docMk/>
            <pc:sldMk cId="2310160191" sldId="284"/>
            <ac:spMk id="8" creationId="{F5788A33-8B0E-6A9D-3682-C01A83BF01AA}"/>
          </ac:spMkLst>
        </pc:spChg>
        <pc:spChg chg="add">
          <ac:chgData name="Herish Dina" userId="6f16baca-ba0e-4897-8473-fe8636b0c50d" providerId="ADAL" clId="{F64B2C76-082B-40FB-B7D7-2CF00054FC44}" dt="2026-04-02T12:53:12.537" v="391" actId="26606"/>
          <ac:spMkLst>
            <pc:docMk/>
            <pc:sldMk cId="2310160191" sldId="284"/>
            <ac:spMk id="9" creationId="{BACC6370-2D7E-4714-9D71-7542949D7D5D}"/>
          </ac:spMkLst>
        </pc:spChg>
        <pc:spChg chg="add">
          <ac:chgData name="Herish Dina" userId="6f16baca-ba0e-4897-8473-fe8636b0c50d" providerId="ADAL" clId="{F64B2C76-082B-40FB-B7D7-2CF00054FC44}" dt="2026-04-02T12:53:12.537" v="391" actId="26606"/>
          <ac:spMkLst>
            <pc:docMk/>
            <pc:sldMk cId="2310160191" sldId="284"/>
            <ac:spMk id="11" creationId="{F68B3F68-107C-434F-AA38-110D5EA91B85}"/>
          </ac:spMkLst>
        </pc:spChg>
        <pc:spChg chg="add">
          <ac:chgData name="Herish Dina" userId="6f16baca-ba0e-4897-8473-fe8636b0c50d" providerId="ADAL" clId="{F64B2C76-082B-40FB-B7D7-2CF00054FC44}" dt="2026-04-02T12:53:12.537" v="391" actId="26606"/>
          <ac:spMkLst>
            <pc:docMk/>
            <pc:sldMk cId="2310160191" sldId="284"/>
            <ac:spMk id="13" creationId="{AAD0DBB9-1A4B-4391-81D4-CB19F9AB918A}"/>
          </ac:spMkLst>
        </pc:spChg>
        <pc:spChg chg="add">
          <ac:chgData name="Herish Dina" userId="6f16baca-ba0e-4897-8473-fe8636b0c50d" providerId="ADAL" clId="{F64B2C76-082B-40FB-B7D7-2CF00054FC44}" dt="2026-04-02T12:53:12.537" v="391" actId="26606"/>
          <ac:spMkLst>
            <pc:docMk/>
            <pc:sldMk cId="2310160191" sldId="284"/>
            <ac:spMk id="15" creationId="{063BBA22-50EA-4C4D-BE05-F1CE4E63AA56}"/>
          </ac:spMkLst>
        </pc:spChg>
        <pc:graphicFrameChg chg="add del mod ord modGraphic">
          <ac:chgData name="Herish Dina" userId="6f16baca-ba0e-4897-8473-fe8636b0c50d" providerId="ADAL" clId="{F64B2C76-082B-40FB-B7D7-2CF00054FC44}" dt="2026-04-02T12:53:22.230" v="392" actId="21"/>
          <ac:graphicFrameMkLst>
            <pc:docMk/>
            <pc:sldMk cId="2310160191" sldId="284"/>
            <ac:graphicFrameMk id="4" creationId="{D01E7996-5248-489A-75BA-5EEF394B0825}"/>
          </ac:graphicFrameMkLst>
        </pc:graphicFrameChg>
      </pc:sldChg>
      <pc:sldChg chg="add">
        <pc:chgData name="Herish Dina" userId="6f16baca-ba0e-4897-8473-fe8636b0c50d" providerId="ADAL" clId="{F64B2C76-082B-40FB-B7D7-2CF00054FC44}" dt="2026-04-02T12:38:55.465" v="217" actId="2890"/>
        <pc:sldMkLst>
          <pc:docMk/>
          <pc:sldMk cId="2762075314" sldId="285"/>
        </pc:sldMkLst>
      </pc:sldChg>
      <pc:sldChg chg="addSp delSp modSp new mod ord modClrScheme chgLayout">
        <pc:chgData name="Herish Dina" userId="6f16baca-ba0e-4897-8473-fe8636b0c50d" providerId="ADAL" clId="{F64B2C76-082B-40FB-B7D7-2CF00054FC44}" dt="2026-04-03T10:42:32.963" v="1127"/>
        <pc:sldMkLst>
          <pc:docMk/>
          <pc:sldMk cId="2083452750" sldId="286"/>
        </pc:sldMkLst>
        <pc:spChg chg="mod ord">
          <ac:chgData name="Herish Dina" userId="6f16baca-ba0e-4897-8473-fe8636b0c50d" providerId="ADAL" clId="{F64B2C76-082B-40FB-B7D7-2CF00054FC44}" dt="2026-04-03T10:35:22.972" v="1120" actId="207"/>
          <ac:spMkLst>
            <pc:docMk/>
            <pc:sldMk cId="2083452750" sldId="286"/>
            <ac:spMk id="2" creationId="{5A5083C1-79BD-CD79-666D-A5AA01F1F0D7}"/>
          </ac:spMkLst>
        </pc:spChg>
        <pc:spChg chg="add mod">
          <ac:chgData name="Herish Dina" userId="6f16baca-ba0e-4897-8473-fe8636b0c50d" providerId="ADAL" clId="{F64B2C76-082B-40FB-B7D7-2CF00054FC44}" dt="2026-04-03T10:35:16.794" v="1119" actId="2711"/>
          <ac:spMkLst>
            <pc:docMk/>
            <pc:sldMk cId="2083452750" sldId="286"/>
            <ac:spMk id="5" creationId="{F8C13BC0-97F8-474E-11E5-1F140F615D0A}"/>
          </ac:spMkLst>
        </pc:spChg>
        <pc:spChg chg="add del mod ord">
          <ac:chgData name="Herish Dina" userId="6f16baca-ba0e-4897-8473-fe8636b0c50d" providerId="ADAL" clId="{F64B2C76-082B-40FB-B7D7-2CF00054FC44}" dt="2026-04-03T10:33:56.767" v="1104" actId="700"/>
          <ac:spMkLst>
            <pc:docMk/>
            <pc:sldMk cId="2083452750" sldId="286"/>
            <ac:spMk id="6" creationId="{7C4B14E5-2FE9-4E06-5180-4408F372821B}"/>
          </ac:spMkLst>
        </pc:spChg>
        <pc:spChg chg="add mod">
          <ac:chgData name="Herish Dina" userId="6f16baca-ba0e-4897-8473-fe8636b0c50d" providerId="ADAL" clId="{F64B2C76-082B-40FB-B7D7-2CF00054FC44}" dt="2026-04-03T10:35:16.794" v="1119" actId="2711"/>
          <ac:spMkLst>
            <pc:docMk/>
            <pc:sldMk cId="2083452750" sldId="286"/>
            <ac:spMk id="8" creationId="{4423E78B-B015-1EF1-3076-940926071CE3}"/>
          </ac:spMkLst>
        </pc:spChg>
        <pc:graphicFrameChg chg="add mod modGraphic">
          <ac:chgData name="Herish Dina" userId="6f16baca-ba0e-4897-8473-fe8636b0c50d" providerId="ADAL" clId="{F64B2C76-082B-40FB-B7D7-2CF00054FC44}" dt="2026-04-03T10:42:32.963" v="1127"/>
          <ac:graphicFrameMkLst>
            <pc:docMk/>
            <pc:sldMk cId="2083452750" sldId="286"/>
            <ac:graphicFrameMk id="4" creationId="{D01E7996-5248-489A-75BA-5EEF394B0825}"/>
          </ac:graphicFrameMkLst>
        </pc:graphicFrameChg>
      </pc:sldChg>
      <pc:sldChg chg="addSp delSp modSp new del mod setBg">
        <pc:chgData name="Herish Dina" userId="6f16baca-ba0e-4897-8473-fe8636b0c50d" providerId="ADAL" clId="{F64B2C76-082B-40FB-B7D7-2CF00054FC44}" dt="2026-04-02T12:42:16.689" v="276" actId="2696"/>
        <pc:sldMkLst>
          <pc:docMk/>
          <pc:sldMk cId="2038253385" sldId="287"/>
        </pc:sldMkLst>
        <pc:spChg chg="add del">
          <ac:chgData name="Herish Dina" userId="6f16baca-ba0e-4897-8473-fe8636b0c50d" providerId="ADAL" clId="{F64B2C76-082B-40FB-B7D7-2CF00054FC44}" dt="2026-04-02T12:41:51.052" v="267" actId="26606"/>
          <ac:spMkLst>
            <pc:docMk/>
            <pc:sldMk cId="2038253385" sldId="287"/>
            <ac:spMk id="2" creationId="{DC31636A-0C9E-C8C7-1A88-D0340FF6F593}"/>
          </ac:spMkLst>
        </pc:spChg>
        <pc:spChg chg="del">
          <ac:chgData name="Herish Dina" userId="6f16baca-ba0e-4897-8473-fe8636b0c50d" providerId="ADAL" clId="{F64B2C76-082B-40FB-B7D7-2CF00054FC44}" dt="2026-04-02T12:41:28.400" v="252" actId="931"/>
          <ac:spMkLst>
            <pc:docMk/>
            <pc:sldMk cId="2038253385" sldId="287"/>
            <ac:spMk id="3" creationId="{DFEDA791-8DB2-D3B0-6504-7BC0FA77CF35}"/>
          </ac:spMkLst>
        </pc:spChg>
        <pc:spChg chg="add del">
          <ac:chgData name="Herish Dina" userId="6f16baca-ba0e-4897-8473-fe8636b0c50d" providerId="ADAL" clId="{F64B2C76-082B-40FB-B7D7-2CF00054FC44}" dt="2026-04-02T12:41:51.052" v="267" actId="26606"/>
          <ac:spMkLst>
            <pc:docMk/>
            <pc:sldMk cId="2038253385" sldId="287"/>
            <ac:spMk id="4" creationId="{5A3E4C6D-B7BD-DB7D-414A-8D6164E88FF2}"/>
          </ac:spMkLst>
        </pc:spChg>
        <pc:spChg chg="add del">
          <ac:chgData name="Herish Dina" userId="6f16baca-ba0e-4897-8473-fe8636b0c50d" providerId="ADAL" clId="{F64B2C76-082B-40FB-B7D7-2CF00054FC44}" dt="2026-04-02T12:41:32.973" v="254" actId="26606"/>
          <ac:spMkLst>
            <pc:docMk/>
            <pc:sldMk cId="2038253385" sldId="287"/>
            <ac:spMk id="11" creationId="{42A4FC2C-047E-45A5-965D-8E1E3BF09BC6}"/>
          </ac:spMkLst>
        </pc:spChg>
        <pc:spChg chg="add del">
          <ac:chgData name="Herish Dina" userId="6f16baca-ba0e-4897-8473-fe8636b0c50d" providerId="ADAL" clId="{F64B2C76-082B-40FB-B7D7-2CF00054FC44}" dt="2026-04-02T12:41:35.287" v="256" actId="26606"/>
          <ac:spMkLst>
            <pc:docMk/>
            <pc:sldMk cId="2038253385" sldId="287"/>
            <ac:spMk id="13" creationId="{D1EA859B-E555-4109-94F3-6700E046E008}"/>
          </ac:spMkLst>
        </pc:spChg>
        <pc:spChg chg="add del">
          <ac:chgData name="Herish Dina" userId="6f16baca-ba0e-4897-8473-fe8636b0c50d" providerId="ADAL" clId="{F64B2C76-082B-40FB-B7D7-2CF00054FC44}" dt="2026-04-02T12:41:35.287" v="256" actId="26606"/>
          <ac:spMkLst>
            <pc:docMk/>
            <pc:sldMk cId="2038253385" sldId="287"/>
            <ac:spMk id="14" creationId="{04812C46-200A-4DEB-A05E-3ED6C68C2387}"/>
          </ac:spMkLst>
        </pc:spChg>
        <pc:spChg chg="add del">
          <ac:chgData name="Herish Dina" userId="6f16baca-ba0e-4897-8473-fe8636b0c50d" providerId="ADAL" clId="{F64B2C76-082B-40FB-B7D7-2CF00054FC44}" dt="2026-04-02T12:41:35.287" v="256" actId="26606"/>
          <ac:spMkLst>
            <pc:docMk/>
            <pc:sldMk cId="2038253385" sldId="287"/>
            <ac:spMk id="15" creationId="{DC31636A-0C9E-C8C7-1A88-D0340FF6F593}"/>
          </ac:spMkLst>
        </pc:spChg>
        <pc:spChg chg="add del">
          <ac:chgData name="Herish Dina" userId="6f16baca-ba0e-4897-8473-fe8636b0c50d" providerId="ADAL" clId="{F64B2C76-082B-40FB-B7D7-2CF00054FC44}" dt="2026-04-02T12:41:35.287" v="256" actId="26606"/>
          <ac:spMkLst>
            <pc:docMk/>
            <pc:sldMk cId="2038253385" sldId="287"/>
            <ac:spMk id="16" creationId="{5A3E4C6D-B7BD-DB7D-414A-8D6164E88FF2}"/>
          </ac:spMkLst>
        </pc:spChg>
        <pc:spChg chg="add del">
          <ac:chgData name="Herish Dina" userId="6f16baca-ba0e-4897-8473-fe8636b0c50d" providerId="ADAL" clId="{F64B2C76-082B-40FB-B7D7-2CF00054FC44}" dt="2026-04-02T12:41:38.599" v="258" actId="26606"/>
          <ac:spMkLst>
            <pc:docMk/>
            <pc:sldMk cId="2038253385" sldId="287"/>
            <ac:spMk id="18" creationId="{F13C74B1-5B17-4795-BED0-7140497B445A}"/>
          </ac:spMkLst>
        </pc:spChg>
        <pc:spChg chg="add del">
          <ac:chgData name="Herish Dina" userId="6f16baca-ba0e-4897-8473-fe8636b0c50d" providerId="ADAL" clId="{F64B2C76-082B-40FB-B7D7-2CF00054FC44}" dt="2026-04-02T12:41:38.599" v="258" actId="26606"/>
          <ac:spMkLst>
            <pc:docMk/>
            <pc:sldMk cId="2038253385" sldId="287"/>
            <ac:spMk id="19" creationId="{DC31636A-0C9E-C8C7-1A88-D0340FF6F593}"/>
          </ac:spMkLst>
        </pc:spChg>
        <pc:spChg chg="add del">
          <ac:chgData name="Herish Dina" userId="6f16baca-ba0e-4897-8473-fe8636b0c50d" providerId="ADAL" clId="{F64B2C76-082B-40FB-B7D7-2CF00054FC44}" dt="2026-04-02T12:41:38.599" v="258" actId="26606"/>
          <ac:spMkLst>
            <pc:docMk/>
            <pc:sldMk cId="2038253385" sldId="287"/>
            <ac:spMk id="20" creationId="{D4974D33-8DC5-464E-8C6D-BE58F0669C17}"/>
          </ac:spMkLst>
        </pc:spChg>
        <pc:spChg chg="add del">
          <ac:chgData name="Herish Dina" userId="6f16baca-ba0e-4897-8473-fe8636b0c50d" providerId="ADAL" clId="{F64B2C76-082B-40FB-B7D7-2CF00054FC44}" dt="2026-04-02T12:41:38.599" v="258" actId="26606"/>
          <ac:spMkLst>
            <pc:docMk/>
            <pc:sldMk cId="2038253385" sldId="287"/>
            <ac:spMk id="21" creationId="{5A3E4C6D-B7BD-DB7D-414A-8D6164E88FF2}"/>
          </ac:spMkLst>
        </pc:spChg>
        <pc:spChg chg="add del">
          <ac:chgData name="Herish Dina" userId="6f16baca-ba0e-4897-8473-fe8636b0c50d" providerId="ADAL" clId="{F64B2C76-082B-40FB-B7D7-2CF00054FC44}" dt="2026-04-02T12:41:43.213" v="260" actId="26606"/>
          <ac:spMkLst>
            <pc:docMk/>
            <pc:sldMk cId="2038253385" sldId="287"/>
            <ac:spMk id="26" creationId="{DC31636A-0C9E-C8C7-1A88-D0340FF6F593}"/>
          </ac:spMkLst>
        </pc:spChg>
        <pc:spChg chg="add del">
          <ac:chgData name="Herish Dina" userId="6f16baca-ba0e-4897-8473-fe8636b0c50d" providerId="ADAL" clId="{F64B2C76-082B-40FB-B7D7-2CF00054FC44}" dt="2026-04-02T12:41:43.213" v="260" actId="26606"/>
          <ac:spMkLst>
            <pc:docMk/>
            <pc:sldMk cId="2038253385" sldId="287"/>
            <ac:spMk id="27" creationId="{5A3E4C6D-B7BD-DB7D-414A-8D6164E88FF2}"/>
          </ac:spMkLst>
        </pc:spChg>
        <pc:spChg chg="add del">
          <ac:chgData name="Herish Dina" userId="6f16baca-ba0e-4897-8473-fe8636b0c50d" providerId="ADAL" clId="{F64B2C76-082B-40FB-B7D7-2CF00054FC44}" dt="2026-04-02T12:41:43.944" v="262" actId="26606"/>
          <ac:spMkLst>
            <pc:docMk/>
            <pc:sldMk cId="2038253385" sldId="287"/>
            <ac:spMk id="29" creationId="{23E547B5-89CF-4EC0-96DE-25771AED0799}"/>
          </ac:spMkLst>
        </pc:spChg>
        <pc:spChg chg="add del">
          <ac:chgData name="Herish Dina" userId="6f16baca-ba0e-4897-8473-fe8636b0c50d" providerId="ADAL" clId="{F64B2C76-082B-40FB-B7D7-2CF00054FC44}" dt="2026-04-02T12:41:43.944" v="262" actId="26606"/>
          <ac:spMkLst>
            <pc:docMk/>
            <pc:sldMk cId="2038253385" sldId="287"/>
            <ac:spMk id="30" creationId="{3F0B8CEB-8279-4E5E-A0CE-1FC9F71736F2}"/>
          </ac:spMkLst>
        </pc:spChg>
        <pc:spChg chg="add del">
          <ac:chgData name="Herish Dina" userId="6f16baca-ba0e-4897-8473-fe8636b0c50d" providerId="ADAL" clId="{F64B2C76-082B-40FB-B7D7-2CF00054FC44}" dt="2026-04-02T12:41:43.944" v="262" actId="26606"/>
          <ac:spMkLst>
            <pc:docMk/>
            <pc:sldMk cId="2038253385" sldId="287"/>
            <ac:spMk id="31" creationId="{DC31636A-0C9E-C8C7-1A88-D0340FF6F593}"/>
          </ac:spMkLst>
        </pc:spChg>
        <pc:spChg chg="add del">
          <ac:chgData name="Herish Dina" userId="6f16baca-ba0e-4897-8473-fe8636b0c50d" providerId="ADAL" clId="{F64B2C76-082B-40FB-B7D7-2CF00054FC44}" dt="2026-04-02T12:41:43.944" v="262" actId="26606"/>
          <ac:spMkLst>
            <pc:docMk/>
            <pc:sldMk cId="2038253385" sldId="287"/>
            <ac:spMk id="32" creationId="{5A3E4C6D-B7BD-DB7D-414A-8D6164E88FF2}"/>
          </ac:spMkLst>
        </pc:spChg>
        <pc:spChg chg="add del">
          <ac:chgData name="Herish Dina" userId="6f16baca-ba0e-4897-8473-fe8636b0c50d" providerId="ADAL" clId="{F64B2C76-082B-40FB-B7D7-2CF00054FC44}" dt="2026-04-02T12:41:47.106" v="264" actId="26606"/>
          <ac:spMkLst>
            <pc:docMk/>
            <pc:sldMk cId="2038253385" sldId="287"/>
            <ac:spMk id="34" creationId="{2EB492CD-616E-47F8-933B-5E2D952A0593}"/>
          </ac:spMkLst>
        </pc:spChg>
        <pc:spChg chg="add del">
          <ac:chgData name="Herish Dina" userId="6f16baca-ba0e-4897-8473-fe8636b0c50d" providerId="ADAL" clId="{F64B2C76-082B-40FB-B7D7-2CF00054FC44}" dt="2026-04-02T12:41:47.106" v="264" actId="26606"/>
          <ac:spMkLst>
            <pc:docMk/>
            <pc:sldMk cId="2038253385" sldId="287"/>
            <ac:spMk id="35" creationId="{59383CF9-23B5-4335-9B21-1791C4CF1C75}"/>
          </ac:spMkLst>
        </pc:spChg>
        <pc:spChg chg="add del">
          <ac:chgData name="Herish Dina" userId="6f16baca-ba0e-4897-8473-fe8636b0c50d" providerId="ADAL" clId="{F64B2C76-082B-40FB-B7D7-2CF00054FC44}" dt="2026-04-02T12:41:47.106" v="264" actId="26606"/>
          <ac:spMkLst>
            <pc:docMk/>
            <pc:sldMk cId="2038253385" sldId="287"/>
            <ac:spMk id="36" creationId="{DC31636A-0C9E-C8C7-1A88-D0340FF6F593}"/>
          </ac:spMkLst>
        </pc:spChg>
        <pc:spChg chg="add del">
          <ac:chgData name="Herish Dina" userId="6f16baca-ba0e-4897-8473-fe8636b0c50d" providerId="ADAL" clId="{F64B2C76-082B-40FB-B7D7-2CF00054FC44}" dt="2026-04-02T12:41:47.106" v="264" actId="26606"/>
          <ac:spMkLst>
            <pc:docMk/>
            <pc:sldMk cId="2038253385" sldId="287"/>
            <ac:spMk id="37" creationId="{0007FE00-9498-4706-B255-6437B0252C02}"/>
          </ac:spMkLst>
        </pc:spChg>
        <pc:spChg chg="add del">
          <ac:chgData name="Herish Dina" userId="6f16baca-ba0e-4897-8473-fe8636b0c50d" providerId="ADAL" clId="{F64B2C76-082B-40FB-B7D7-2CF00054FC44}" dt="2026-04-02T12:41:47.106" v="264" actId="26606"/>
          <ac:spMkLst>
            <pc:docMk/>
            <pc:sldMk cId="2038253385" sldId="287"/>
            <ac:spMk id="38" creationId="{5A3E4C6D-B7BD-DB7D-414A-8D6164E88FF2}"/>
          </ac:spMkLst>
        </pc:spChg>
        <pc:spChg chg="add del">
          <ac:chgData name="Herish Dina" userId="6f16baca-ba0e-4897-8473-fe8636b0c50d" providerId="ADAL" clId="{F64B2C76-082B-40FB-B7D7-2CF00054FC44}" dt="2026-04-02T12:41:51.052" v="266" actId="26606"/>
          <ac:spMkLst>
            <pc:docMk/>
            <pc:sldMk cId="2038253385" sldId="287"/>
            <ac:spMk id="40" creationId="{42A4FC2C-047E-45A5-965D-8E1E3BF09BC6}"/>
          </ac:spMkLst>
        </pc:spChg>
        <pc:spChg chg="add">
          <ac:chgData name="Herish Dina" userId="6f16baca-ba0e-4897-8473-fe8636b0c50d" providerId="ADAL" clId="{F64B2C76-082B-40FB-B7D7-2CF00054FC44}" dt="2026-04-02T12:41:51.052" v="267" actId="26606"/>
          <ac:spMkLst>
            <pc:docMk/>
            <pc:sldMk cId="2038253385" sldId="287"/>
            <ac:spMk id="42" creationId="{04812C46-200A-4DEB-A05E-3ED6C68C2387}"/>
          </ac:spMkLst>
        </pc:spChg>
        <pc:spChg chg="add">
          <ac:chgData name="Herish Dina" userId="6f16baca-ba0e-4897-8473-fe8636b0c50d" providerId="ADAL" clId="{F64B2C76-082B-40FB-B7D7-2CF00054FC44}" dt="2026-04-02T12:41:51.052" v="267" actId="26606"/>
          <ac:spMkLst>
            <pc:docMk/>
            <pc:sldMk cId="2038253385" sldId="287"/>
            <ac:spMk id="43" creationId="{D1EA859B-E555-4109-94F3-6700E046E008}"/>
          </ac:spMkLst>
        </pc:spChg>
        <pc:spChg chg="add mod">
          <ac:chgData name="Herish Dina" userId="6f16baca-ba0e-4897-8473-fe8636b0c50d" providerId="ADAL" clId="{F64B2C76-082B-40FB-B7D7-2CF00054FC44}" dt="2026-04-02T12:42:07.202" v="275" actId="20577"/>
          <ac:spMkLst>
            <pc:docMk/>
            <pc:sldMk cId="2038253385" sldId="287"/>
            <ac:spMk id="44" creationId="{DC31636A-0C9E-C8C7-1A88-D0340FF6F593}"/>
          </ac:spMkLst>
        </pc:spChg>
        <pc:spChg chg="add">
          <ac:chgData name="Herish Dina" userId="6f16baca-ba0e-4897-8473-fe8636b0c50d" providerId="ADAL" clId="{F64B2C76-082B-40FB-B7D7-2CF00054FC44}" dt="2026-04-02T12:41:51.052" v="267" actId="26606"/>
          <ac:spMkLst>
            <pc:docMk/>
            <pc:sldMk cId="2038253385" sldId="287"/>
            <ac:spMk id="45" creationId="{5A3E4C6D-B7BD-DB7D-414A-8D6164E88FF2}"/>
          </ac:spMkLst>
        </pc:spChg>
        <pc:grpChg chg="add del">
          <ac:chgData name="Herish Dina" userId="6f16baca-ba0e-4897-8473-fe8636b0c50d" providerId="ADAL" clId="{F64B2C76-082B-40FB-B7D7-2CF00054FC44}" dt="2026-04-02T12:41:43.213" v="260" actId="26606"/>
          <ac:grpSpMkLst>
            <pc:docMk/>
            <pc:sldMk cId="2038253385" sldId="287"/>
            <ac:grpSpMk id="23" creationId="{6E61B563-A4B2-5783-81AF-A2A053D74769}"/>
          </ac:grpSpMkLst>
        </pc:grpChg>
        <pc:picChg chg="add mod ord">
          <ac:chgData name="Herish Dina" userId="6f16baca-ba0e-4897-8473-fe8636b0c50d" providerId="ADAL" clId="{F64B2C76-082B-40FB-B7D7-2CF00054FC44}" dt="2026-04-02T12:42:03.068" v="271" actId="14100"/>
          <ac:picMkLst>
            <pc:docMk/>
            <pc:sldMk cId="2038253385" sldId="287"/>
            <ac:picMk id="6" creationId="{A1EEF334-6181-CA3C-29A9-22AF5DEE3122}"/>
          </ac:picMkLst>
        </pc:picChg>
      </pc:sldChg>
      <pc:sldChg chg="new del">
        <pc:chgData name="Herish Dina" userId="6f16baca-ba0e-4897-8473-fe8636b0c50d" providerId="ADAL" clId="{F64B2C76-082B-40FB-B7D7-2CF00054FC44}" dt="2026-04-02T12:56:20.117" v="482"/>
        <pc:sldMkLst>
          <pc:docMk/>
          <pc:sldMk cId="2208850535" sldId="287"/>
        </pc:sldMkLst>
      </pc:sldChg>
      <pc:sldChg chg="addSp delSp modSp new del mod modClrScheme chgLayout">
        <pc:chgData name="Herish Dina" userId="6f16baca-ba0e-4897-8473-fe8636b0c50d" providerId="ADAL" clId="{F64B2C76-082B-40FB-B7D7-2CF00054FC44}" dt="2026-04-02T12:53:59.519" v="397" actId="2696"/>
        <pc:sldMkLst>
          <pc:docMk/>
          <pc:sldMk cId="3082626110" sldId="287"/>
        </pc:sldMkLst>
        <pc:spChg chg="add mod">
          <ac:chgData name="Herish Dina" userId="6f16baca-ba0e-4897-8473-fe8636b0c50d" providerId="ADAL" clId="{F64B2C76-082B-40FB-B7D7-2CF00054FC44}" dt="2026-04-02T12:52:08.915" v="365" actId="700"/>
          <ac:spMkLst>
            <pc:docMk/>
            <pc:sldMk cId="3082626110" sldId="287"/>
            <ac:spMk id="2" creationId="{CAC19D31-E012-70DC-C396-7C3211D2E499}"/>
          </ac:spMkLst>
        </pc:spChg>
        <pc:spChg chg="add del mod">
          <ac:chgData name="Herish Dina" userId="6f16baca-ba0e-4897-8473-fe8636b0c50d" providerId="ADAL" clId="{F64B2C76-082B-40FB-B7D7-2CF00054FC44}" dt="2026-04-02T12:52:25.657" v="366" actId="1032"/>
          <ac:spMkLst>
            <pc:docMk/>
            <pc:sldMk cId="3082626110" sldId="287"/>
            <ac:spMk id="3" creationId="{39676425-6E96-2349-828B-FEDEDAD8F347}"/>
          </ac:spMkLst>
        </pc:spChg>
        <pc:graphicFrameChg chg="add mod modGraphic">
          <ac:chgData name="Herish Dina" userId="6f16baca-ba0e-4897-8473-fe8636b0c50d" providerId="ADAL" clId="{F64B2C76-082B-40FB-B7D7-2CF00054FC44}" dt="2026-04-02T12:52:52.306" v="390" actId="20577"/>
          <ac:graphicFrameMkLst>
            <pc:docMk/>
            <pc:sldMk cId="3082626110" sldId="287"/>
            <ac:graphicFrameMk id="4" creationId="{8E744650-2E89-AA31-33FE-9C57E7DCF9CC}"/>
          </ac:graphicFrameMkLst>
        </pc:graphicFrameChg>
      </pc:sldChg>
      <pc:sldChg chg="addSp delSp modSp new mod ord setBg modClrScheme chgLayout">
        <pc:chgData name="Herish Dina" userId="6f16baca-ba0e-4897-8473-fe8636b0c50d" providerId="ADAL" clId="{F64B2C76-082B-40FB-B7D7-2CF00054FC44}" dt="2026-04-03T10:26:07.747" v="1095" actId="14100"/>
        <pc:sldMkLst>
          <pc:docMk/>
          <pc:sldMk cId="3802226023" sldId="288"/>
        </pc:sldMkLst>
        <pc:spChg chg="add del mod">
          <ac:chgData name="Herish Dina" userId="6f16baca-ba0e-4897-8473-fe8636b0c50d" providerId="ADAL" clId="{F64B2C76-082B-40FB-B7D7-2CF00054FC44}" dt="2026-04-03T09:30:39.664" v="655" actId="478"/>
          <ac:spMkLst>
            <pc:docMk/>
            <pc:sldMk cId="3802226023" sldId="288"/>
            <ac:spMk id="2" creationId="{763EFA58-3FCB-2683-5842-A4756470C0D8}"/>
          </ac:spMkLst>
        </pc:spChg>
        <pc:spChg chg="add del mod">
          <ac:chgData name="Herish Dina" userId="6f16baca-ba0e-4897-8473-fe8636b0c50d" providerId="ADAL" clId="{F64B2C76-082B-40FB-B7D7-2CF00054FC44}" dt="2026-04-03T09:40:45.744" v="703"/>
          <ac:spMkLst>
            <pc:docMk/>
            <pc:sldMk cId="3802226023" sldId="288"/>
            <ac:spMk id="4" creationId="{1E94BDD6-2B18-A75B-67E5-7C35C200ADF5}"/>
          </ac:spMkLst>
        </pc:spChg>
        <pc:spChg chg="add mod ord">
          <ac:chgData name="Herish Dina" userId="6f16baca-ba0e-4897-8473-fe8636b0c50d" providerId="ADAL" clId="{F64B2C76-082B-40FB-B7D7-2CF00054FC44}" dt="2026-04-03T10:21:47.432" v="1079" actId="207"/>
          <ac:spMkLst>
            <pc:docMk/>
            <pc:sldMk cId="3802226023" sldId="288"/>
            <ac:spMk id="5" creationId="{563BE435-F966-8C7A-5CC3-C5EF3C3F559F}"/>
          </ac:spMkLst>
        </pc:spChg>
        <pc:spChg chg="add del mod ord">
          <ac:chgData name="Herish Dina" userId="6f16baca-ba0e-4897-8473-fe8636b0c50d" providerId="ADAL" clId="{F64B2C76-082B-40FB-B7D7-2CF00054FC44}" dt="2026-04-03T09:51:15.809" v="847"/>
          <ac:spMkLst>
            <pc:docMk/>
            <pc:sldMk cId="3802226023" sldId="288"/>
            <ac:spMk id="6" creationId="{141FE1E5-B40B-4913-ED74-4A9F540C51A1}"/>
          </ac:spMkLst>
        </pc:spChg>
        <pc:spChg chg="add mod ord">
          <ac:chgData name="Herish Dina" userId="6f16baca-ba0e-4897-8473-fe8636b0c50d" providerId="ADAL" clId="{F64B2C76-082B-40FB-B7D7-2CF00054FC44}" dt="2026-04-03T10:23:49.996" v="1082" actId="12"/>
          <ac:spMkLst>
            <pc:docMk/>
            <pc:sldMk cId="3802226023" sldId="288"/>
            <ac:spMk id="7" creationId="{C907EA27-AD3A-8FDC-DF10-271AA740729F}"/>
          </ac:spMkLst>
        </pc:spChg>
        <pc:spChg chg="add del">
          <ac:chgData name="Herish Dina" userId="6f16baca-ba0e-4897-8473-fe8636b0c50d" providerId="ADAL" clId="{F64B2C76-082B-40FB-B7D7-2CF00054FC44}" dt="2026-04-03T09:52:08.953" v="855" actId="26606"/>
          <ac:spMkLst>
            <pc:docMk/>
            <pc:sldMk cId="3802226023" sldId="288"/>
            <ac:spMk id="1031" creationId="{D1D34770-47A8-402C-AF23-2B653F2D88C1}"/>
          </ac:spMkLst>
        </pc:spChg>
        <pc:spChg chg="add del">
          <ac:chgData name="Herish Dina" userId="6f16baca-ba0e-4897-8473-fe8636b0c50d" providerId="ADAL" clId="{F64B2C76-082B-40FB-B7D7-2CF00054FC44}" dt="2026-04-03T09:52:04.988" v="850" actId="26606"/>
          <ac:spMkLst>
            <pc:docMk/>
            <pc:sldMk cId="3802226023" sldId="288"/>
            <ac:spMk id="1036" creationId="{327D73B4-9F5C-4A64-A179-51B9500CB8B5}"/>
          </ac:spMkLst>
        </pc:spChg>
        <pc:spChg chg="add del">
          <ac:chgData name="Herish Dina" userId="6f16baca-ba0e-4897-8473-fe8636b0c50d" providerId="ADAL" clId="{F64B2C76-082B-40FB-B7D7-2CF00054FC44}" dt="2026-04-03T09:52:04.988" v="850" actId="26606"/>
          <ac:spMkLst>
            <pc:docMk/>
            <pc:sldMk cId="3802226023" sldId="288"/>
            <ac:spMk id="1038" creationId="{C1F06963-6374-4B48-844F-071A9BAAAE02}"/>
          </ac:spMkLst>
        </pc:spChg>
        <pc:spChg chg="add del">
          <ac:chgData name="Herish Dina" userId="6f16baca-ba0e-4897-8473-fe8636b0c50d" providerId="ADAL" clId="{F64B2C76-082B-40FB-B7D7-2CF00054FC44}" dt="2026-04-03T09:52:04.988" v="850" actId="26606"/>
          <ac:spMkLst>
            <pc:docMk/>
            <pc:sldMk cId="3802226023" sldId="288"/>
            <ac:spMk id="1040" creationId="{6CB927A4-E432-4310-9CD5-E89FF5063179}"/>
          </ac:spMkLst>
        </pc:spChg>
        <pc:spChg chg="add del">
          <ac:chgData name="Herish Dina" userId="6f16baca-ba0e-4897-8473-fe8636b0c50d" providerId="ADAL" clId="{F64B2C76-082B-40FB-B7D7-2CF00054FC44}" dt="2026-04-03T09:52:04.988" v="850" actId="26606"/>
          <ac:spMkLst>
            <pc:docMk/>
            <pc:sldMk cId="3802226023" sldId="288"/>
            <ac:spMk id="1042" creationId="{1453BF6C-B012-48B7-B4E8-6D7AC7C27D02}"/>
          </ac:spMkLst>
        </pc:spChg>
        <pc:spChg chg="add del">
          <ac:chgData name="Herish Dina" userId="6f16baca-ba0e-4897-8473-fe8636b0c50d" providerId="ADAL" clId="{F64B2C76-082B-40FB-B7D7-2CF00054FC44}" dt="2026-04-03T09:52:04.988" v="850" actId="26606"/>
          <ac:spMkLst>
            <pc:docMk/>
            <pc:sldMk cId="3802226023" sldId="288"/>
            <ac:spMk id="1044" creationId="{E3020543-B24B-4EC4-8FFC-8DD88EEA91A8}"/>
          </ac:spMkLst>
        </pc:spChg>
        <pc:spChg chg="add del">
          <ac:chgData name="Herish Dina" userId="6f16baca-ba0e-4897-8473-fe8636b0c50d" providerId="ADAL" clId="{F64B2C76-082B-40FB-B7D7-2CF00054FC44}" dt="2026-04-03T09:52:07.456" v="852" actId="26606"/>
          <ac:spMkLst>
            <pc:docMk/>
            <pc:sldMk cId="3802226023" sldId="288"/>
            <ac:spMk id="1048" creationId="{45D37F4E-DDB4-456B-97E0-9937730A039F}"/>
          </ac:spMkLst>
        </pc:spChg>
        <pc:spChg chg="add del">
          <ac:chgData name="Herish Dina" userId="6f16baca-ba0e-4897-8473-fe8636b0c50d" providerId="ADAL" clId="{F64B2C76-082B-40FB-B7D7-2CF00054FC44}" dt="2026-04-03T09:52:07.456" v="852" actId="26606"/>
          <ac:spMkLst>
            <pc:docMk/>
            <pc:sldMk cId="3802226023" sldId="288"/>
            <ac:spMk id="1049" creationId="{B2DD41CD-8F47-4F56-AD12-4E2FF7696987}"/>
          </ac:spMkLst>
        </pc:spChg>
        <pc:spChg chg="add del">
          <ac:chgData name="Herish Dina" userId="6f16baca-ba0e-4897-8473-fe8636b0c50d" providerId="ADAL" clId="{F64B2C76-082B-40FB-B7D7-2CF00054FC44}" dt="2026-04-03T09:52:08.943" v="854" actId="26606"/>
          <ac:spMkLst>
            <pc:docMk/>
            <pc:sldMk cId="3802226023" sldId="288"/>
            <ac:spMk id="1051" creationId="{4F7EBAE4-9945-4473-9E34-B2C66EA0F03D}"/>
          </ac:spMkLst>
        </pc:spChg>
        <pc:spChg chg="add del">
          <ac:chgData name="Herish Dina" userId="6f16baca-ba0e-4897-8473-fe8636b0c50d" providerId="ADAL" clId="{F64B2C76-082B-40FB-B7D7-2CF00054FC44}" dt="2026-04-03T09:52:08.943" v="854" actId="26606"/>
          <ac:spMkLst>
            <pc:docMk/>
            <pc:sldMk cId="3802226023" sldId="288"/>
            <ac:spMk id="1052" creationId="{70BEB1E7-2F88-40BC-B73D-42E5B6F80BFC}"/>
          </ac:spMkLst>
        </pc:spChg>
        <pc:spChg chg="add del">
          <ac:chgData name="Herish Dina" userId="6f16baca-ba0e-4897-8473-fe8636b0c50d" providerId="ADAL" clId="{F64B2C76-082B-40FB-B7D7-2CF00054FC44}" dt="2026-04-03T09:52:08.943" v="854" actId="26606"/>
          <ac:spMkLst>
            <pc:docMk/>
            <pc:sldMk cId="3802226023" sldId="288"/>
            <ac:spMk id="1053" creationId="{A7B99495-F43F-4D80-A44F-2CB4764EB90B}"/>
          </ac:spMkLst>
        </pc:spChg>
        <pc:spChg chg="add del">
          <ac:chgData name="Herish Dina" userId="6f16baca-ba0e-4897-8473-fe8636b0c50d" providerId="ADAL" clId="{F64B2C76-082B-40FB-B7D7-2CF00054FC44}" dt="2026-04-03T09:52:49.350" v="858" actId="26606"/>
          <ac:spMkLst>
            <pc:docMk/>
            <pc:sldMk cId="3802226023" sldId="288"/>
            <ac:spMk id="1055" creationId="{04812C46-200A-4DEB-A05E-3ED6C68C2387}"/>
          </ac:spMkLst>
        </pc:spChg>
        <pc:spChg chg="add del">
          <ac:chgData name="Herish Dina" userId="6f16baca-ba0e-4897-8473-fe8636b0c50d" providerId="ADAL" clId="{F64B2C76-082B-40FB-B7D7-2CF00054FC44}" dt="2026-04-03T09:52:49.350" v="858" actId="26606"/>
          <ac:spMkLst>
            <pc:docMk/>
            <pc:sldMk cId="3802226023" sldId="288"/>
            <ac:spMk id="1056" creationId="{D1EA859B-E555-4109-94F3-6700E046E008}"/>
          </ac:spMkLst>
        </pc:spChg>
        <pc:spChg chg="add del">
          <ac:chgData name="Herish Dina" userId="6f16baca-ba0e-4897-8473-fe8636b0c50d" providerId="ADAL" clId="{F64B2C76-082B-40FB-B7D7-2CF00054FC44}" dt="2026-04-03T09:53:43.363" v="862" actId="26606"/>
          <ac:spMkLst>
            <pc:docMk/>
            <pc:sldMk cId="3802226023" sldId="288"/>
            <ac:spMk id="1076" creationId="{7ED7575E-88D2-B771-681D-46A7E55415DD}"/>
          </ac:spMkLst>
        </pc:spChg>
        <pc:grpChg chg="add del">
          <ac:chgData name="Herish Dina" userId="6f16baca-ba0e-4897-8473-fe8636b0c50d" providerId="ADAL" clId="{F64B2C76-082B-40FB-B7D7-2CF00054FC44}" dt="2026-04-03T09:52:49.346" v="857" actId="26606"/>
          <ac:grpSpMkLst>
            <pc:docMk/>
            <pc:sldMk cId="3802226023" sldId="288"/>
            <ac:grpSpMk id="1061" creationId="{5EFBDE31-BB3E-6CFC-23CD-B5976DA38438}"/>
          </ac:grpSpMkLst>
        </pc:grpChg>
        <pc:grpChg chg="add del">
          <ac:chgData name="Herish Dina" userId="6f16baca-ba0e-4897-8473-fe8636b0c50d" providerId="ADAL" clId="{F64B2C76-082B-40FB-B7D7-2CF00054FC44}" dt="2026-04-03T09:53:21.680" v="861" actId="26606"/>
          <ac:grpSpMkLst>
            <pc:docMk/>
            <pc:sldMk cId="3802226023" sldId="288"/>
            <ac:grpSpMk id="1065" creationId="{31C49F18-8757-4E87-5C2E-9D6D7B82BA3B}"/>
          </ac:grpSpMkLst>
        </pc:grpChg>
        <pc:grpChg chg="add del">
          <ac:chgData name="Herish Dina" userId="6f16baca-ba0e-4897-8473-fe8636b0c50d" providerId="ADAL" clId="{F64B2C76-082B-40FB-B7D7-2CF00054FC44}" dt="2026-04-03T09:53:21.675" v="860" actId="26606"/>
          <ac:grpSpMkLst>
            <pc:docMk/>
            <pc:sldMk cId="3802226023" sldId="288"/>
            <ac:grpSpMk id="1072" creationId="{A5AFD70F-20E3-55D2-E154-7D4FACFBB016}"/>
          </ac:grpSpMkLst>
        </pc:grpChg>
        <pc:grpChg chg="add del">
          <ac:chgData name="Herish Dina" userId="6f16baca-ba0e-4897-8473-fe8636b0c50d" providerId="ADAL" clId="{F64B2C76-082B-40FB-B7D7-2CF00054FC44}" dt="2026-04-03T09:54:02.942" v="863" actId="26606"/>
          <ac:grpSpMkLst>
            <pc:docMk/>
            <pc:sldMk cId="3802226023" sldId="288"/>
            <ac:grpSpMk id="1082" creationId="{6258F736-B256-8039-9DC6-F4E49A5C5AD5}"/>
          </ac:grpSpMkLst>
        </pc:grpChg>
        <pc:grpChg chg="add del">
          <ac:chgData name="Herish Dina" userId="6f16baca-ba0e-4897-8473-fe8636b0c50d" providerId="ADAL" clId="{F64B2C76-082B-40FB-B7D7-2CF00054FC44}" dt="2026-04-03T10:01:28.046" v="961" actId="26606"/>
          <ac:grpSpMkLst>
            <pc:docMk/>
            <pc:sldMk cId="3802226023" sldId="288"/>
            <ac:grpSpMk id="1089" creationId="{A5AFD70F-20E3-55D2-E154-7D4FACFBB016}"/>
          </ac:grpSpMkLst>
        </pc:grpChg>
        <pc:grpChg chg="add">
          <ac:chgData name="Herish Dina" userId="6f16baca-ba0e-4897-8473-fe8636b0c50d" providerId="ADAL" clId="{F64B2C76-082B-40FB-B7D7-2CF00054FC44}" dt="2026-04-03T10:01:28.046" v="961" actId="26606"/>
          <ac:grpSpMkLst>
            <pc:docMk/>
            <pc:sldMk cId="3802226023" sldId="288"/>
            <ac:grpSpMk id="1096" creationId="{A5AFD70F-20E3-55D2-E154-7D4FACFBB016}"/>
          </ac:grpSpMkLst>
        </pc:grpChg>
        <pc:picChg chg="add mod ord">
          <ac:chgData name="Herish Dina" userId="6f16baca-ba0e-4897-8473-fe8636b0c50d" providerId="ADAL" clId="{F64B2C76-082B-40FB-B7D7-2CF00054FC44}" dt="2026-04-03T10:26:07.747" v="1095" actId="14100"/>
          <ac:picMkLst>
            <pc:docMk/>
            <pc:sldMk cId="3802226023" sldId="288"/>
            <ac:picMk id="1026" creationId="{8E32B79F-2209-E9CF-CC28-F6F5A1E050A9}"/>
          </ac:picMkLst>
        </pc:picChg>
        <pc:cxnChg chg="add del">
          <ac:chgData name="Herish Dina" userId="6f16baca-ba0e-4897-8473-fe8636b0c50d" providerId="ADAL" clId="{F64B2C76-082B-40FB-B7D7-2CF00054FC44}" dt="2026-04-03T09:52:04.988" v="850" actId="26606"/>
          <ac:cxnSpMkLst>
            <pc:docMk/>
            <pc:sldMk cId="3802226023" sldId="288"/>
            <ac:cxnSpMk id="1046" creationId="{C49DA8F6-BCC1-4447-B54C-57856834B94B}"/>
          </ac:cxnSpMkLst>
        </pc:cxnChg>
        <pc:cxnChg chg="add del">
          <ac:chgData name="Herish Dina" userId="6f16baca-ba0e-4897-8473-fe8636b0c50d" providerId="ADAL" clId="{F64B2C76-082B-40FB-B7D7-2CF00054FC44}" dt="2026-04-03T09:53:43.363" v="862" actId="26606"/>
          <ac:cxnSpMkLst>
            <pc:docMk/>
            <pc:sldMk cId="3802226023" sldId="288"/>
            <ac:cxnSpMk id="1077" creationId="{249EDD1B-F94D-B4E6-ACAA-566B9A26FDE3}"/>
          </ac:cxnSpMkLst>
        </pc:cxnChg>
      </pc:sldChg>
      <pc:sldChg chg="add del">
        <pc:chgData name="Herish Dina" userId="6f16baca-ba0e-4897-8473-fe8636b0c50d" providerId="ADAL" clId="{F64B2C76-082B-40FB-B7D7-2CF00054FC44}" dt="2026-04-02T12:56:32.431" v="509"/>
        <pc:sldMkLst>
          <pc:docMk/>
          <pc:sldMk cId="4033276422" sldId="289"/>
        </pc:sldMkLst>
      </pc:sldChg>
      <pc:sldChg chg="addSp delSp modSp add del mod ord setBg">
        <pc:chgData name="Herish Dina" userId="6f16baca-ba0e-4897-8473-fe8636b0c50d" providerId="ADAL" clId="{F64B2C76-082B-40FB-B7D7-2CF00054FC44}" dt="2026-04-03T10:21:41.477" v="1078" actId="2696"/>
        <pc:sldMkLst>
          <pc:docMk/>
          <pc:sldMk cId="4060955913" sldId="289"/>
        </pc:sldMkLst>
        <pc:spChg chg="mod">
          <ac:chgData name="Herish Dina" userId="6f16baca-ba0e-4897-8473-fe8636b0c50d" providerId="ADAL" clId="{F64B2C76-082B-40FB-B7D7-2CF00054FC44}" dt="2026-04-03T09:37:23.204" v="695" actId="1076"/>
          <ac:spMkLst>
            <pc:docMk/>
            <pc:sldMk cId="4060955913" sldId="289"/>
            <ac:spMk id="2" creationId="{E23CF5E3-BCD2-0FB9-1F3C-A5EE293705A2}"/>
          </ac:spMkLst>
        </pc:spChg>
        <pc:spChg chg="add del mod">
          <ac:chgData name="Herish Dina" userId="6f16baca-ba0e-4897-8473-fe8636b0c50d" providerId="ADAL" clId="{F64B2C76-082B-40FB-B7D7-2CF00054FC44}" dt="2026-04-03T09:35:31.319" v="677" actId="478"/>
          <ac:spMkLst>
            <pc:docMk/>
            <pc:sldMk cId="4060955913" sldId="289"/>
            <ac:spMk id="4" creationId="{CC58BEC1-539C-3676-D1FD-F0F69485297C}"/>
          </ac:spMkLst>
        </pc:spChg>
        <pc:spChg chg="add del mod">
          <ac:chgData name="Herish Dina" userId="6f16baca-ba0e-4897-8473-fe8636b0c50d" providerId="ADAL" clId="{F64B2C76-082B-40FB-B7D7-2CF00054FC44}" dt="2026-04-03T09:37:17.074" v="694" actId="478"/>
          <ac:spMkLst>
            <pc:docMk/>
            <pc:sldMk cId="4060955913" sldId="289"/>
            <ac:spMk id="5" creationId="{ED70683E-7161-E992-F5DD-30C2CBD91C60}"/>
          </ac:spMkLst>
        </pc:spChg>
        <pc:inkChg chg="add del">
          <ac:chgData name="Herish Dina" userId="6f16baca-ba0e-4897-8473-fe8636b0c50d" providerId="ADAL" clId="{F64B2C76-082B-40FB-B7D7-2CF00054FC44}" dt="2026-04-03T09:33:47.189" v="666" actId="9405"/>
          <ac:inkMkLst>
            <pc:docMk/>
            <pc:sldMk cId="4060955913" sldId="289"/>
            <ac:inkMk id="3" creationId="{D8AE7B28-8D37-5DDD-A018-F47DB77118AE}"/>
          </ac:inkMkLst>
        </pc:inkChg>
      </pc:sldChg>
      <pc:sldChg chg="addSp delSp modSp add del mod setBg modClrScheme addAnim chgLayout">
        <pc:chgData name="Herish Dina" userId="6f16baca-ba0e-4897-8473-fe8636b0c50d" providerId="ADAL" clId="{F64B2C76-082B-40FB-B7D7-2CF00054FC44}" dt="2026-04-03T11:05:30.306" v="1151" actId="2696"/>
        <pc:sldMkLst>
          <pc:docMk/>
          <pc:sldMk cId="349294248" sldId="290"/>
        </pc:sldMkLst>
        <pc:spChg chg="add mod ord">
          <ac:chgData name="Herish Dina" userId="6f16baca-ba0e-4897-8473-fe8636b0c50d" providerId="ADAL" clId="{F64B2C76-082B-40FB-B7D7-2CF00054FC44}" dt="2026-04-03T11:05:03.880" v="1147" actId="26606"/>
          <ac:spMkLst>
            <pc:docMk/>
            <pc:sldMk cId="349294248" sldId="290"/>
            <ac:spMk id="2" creationId="{B23C1366-5A18-BB13-BD06-B9AB95029A16}"/>
          </ac:spMkLst>
        </pc:spChg>
        <pc:spChg chg="add del">
          <ac:chgData name="Herish Dina" userId="6f16baca-ba0e-4897-8473-fe8636b0c50d" providerId="ADAL" clId="{F64B2C76-082B-40FB-B7D7-2CF00054FC44}" dt="2026-04-03T11:05:03.880" v="1147" actId="26606"/>
          <ac:spMkLst>
            <pc:docMk/>
            <pc:sldMk cId="349294248" sldId="290"/>
            <ac:spMk id="3081" creationId="{FA69AAE0-49D5-4C8B-8BA2-55898C00E05E}"/>
          </ac:spMkLst>
        </pc:spChg>
        <pc:spChg chg="add">
          <ac:chgData name="Herish Dina" userId="6f16baca-ba0e-4897-8473-fe8636b0c50d" providerId="ADAL" clId="{F64B2C76-082B-40FB-B7D7-2CF00054FC44}" dt="2026-04-03T11:05:03.880" v="1147" actId="26606"/>
          <ac:spMkLst>
            <pc:docMk/>
            <pc:sldMk cId="349294248" sldId="290"/>
            <ac:spMk id="3086" creationId="{6F828D28-8E09-41CC-8229-3070B5467A96}"/>
          </ac:spMkLst>
        </pc:spChg>
        <pc:spChg chg="add">
          <ac:chgData name="Herish Dina" userId="6f16baca-ba0e-4897-8473-fe8636b0c50d" providerId="ADAL" clId="{F64B2C76-082B-40FB-B7D7-2CF00054FC44}" dt="2026-04-03T11:05:03.880" v="1147" actId="26606"/>
          <ac:spMkLst>
            <pc:docMk/>
            <pc:sldMk cId="349294248" sldId="290"/>
            <ac:spMk id="3088" creationId="{D5B012D8-7F27-4758-9AC6-C889B154BD73}"/>
          </ac:spMkLst>
        </pc:spChg>
        <pc:spChg chg="add">
          <ac:chgData name="Herish Dina" userId="6f16baca-ba0e-4897-8473-fe8636b0c50d" providerId="ADAL" clId="{F64B2C76-082B-40FB-B7D7-2CF00054FC44}" dt="2026-04-03T11:05:03.880" v="1147" actId="26606"/>
          <ac:spMkLst>
            <pc:docMk/>
            <pc:sldMk cId="349294248" sldId="290"/>
            <ac:spMk id="3090" creationId="{4063B759-00FC-46D1-9898-8E8625268FAF}"/>
          </ac:spMkLst>
        </pc:spChg>
        <pc:picChg chg="add del mod ord">
          <ac:chgData name="Herish Dina" userId="6f16baca-ba0e-4897-8473-fe8636b0c50d" providerId="ADAL" clId="{F64B2C76-082B-40FB-B7D7-2CF00054FC44}" dt="2026-04-03T11:04:39.182" v="1146" actId="478"/>
          <ac:picMkLst>
            <pc:docMk/>
            <pc:sldMk cId="349294248" sldId="290"/>
            <ac:picMk id="3074" creationId="{38B15C34-7DF7-11EB-EE20-F92EA466486E}"/>
          </ac:picMkLst>
        </pc:picChg>
        <pc:picChg chg="add del mod">
          <ac:chgData name="Herish Dina" userId="6f16baca-ba0e-4897-8473-fe8636b0c50d" providerId="ADAL" clId="{F64B2C76-082B-40FB-B7D7-2CF00054FC44}" dt="2026-04-03T11:05:21.123" v="1150" actId="478"/>
          <ac:picMkLst>
            <pc:docMk/>
            <pc:sldMk cId="349294248" sldId="290"/>
            <ac:picMk id="3076" creationId="{6FD9C5CF-3E2E-BEF5-C30B-F9FB6F6B131D}"/>
          </ac:picMkLst>
        </pc:picChg>
      </pc:sldChg>
      <pc:sldChg chg="modSp add del mod">
        <pc:chgData name="Herish Dina" userId="6f16baca-ba0e-4897-8473-fe8636b0c50d" providerId="ADAL" clId="{F64B2C76-082B-40FB-B7D7-2CF00054FC44}" dt="2026-04-02T12:59:46.744" v="652" actId="2696"/>
        <pc:sldMkLst>
          <pc:docMk/>
          <pc:sldMk cId="3403873953" sldId="290"/>
        </pc:sldMkLst>
        <pc:spChg chg="mod">
          <ac:chgData name="Herish Dina" userId="6f16baca-ba0e-4897-8473-fe8636b0c50d" providerId="ADAL" clId="{F64B2C76-082B-40FB-B7D7-2CF00054FC44}" dt="2026-04-02T12:59:42.535" v="651" actId="1076"/>
          <ac:spMkLst>
            <pc:docMk/>
            <pc:sldMk cId="3403873953" sldId="290"/>
            <ac:spMk id="10" creationId="{00000000-0000-0000-0000-000000000000}"/>
          </ac:spMkLst>
        </pc:spChg>
        <pc:spChg chg="mod">
          <ac:chgData name="Herish Dina" userId="6f16baca-ba0e-4897-8473-fe8636b0c50d" providerId="ADAL" clId="{F64B2C76-082B-40FB-B7D7-2CF00054FC44}" dt="2026-04-02T12:57:39.858" v="644"/>
          <ac:spMkLst>
            <pc:docMk/>
            <pc:sldMk cId="3403873953" sldId="290"/>
            <ac:spMk id="15" creationId="{00000000-0000-0000-0000-000000000000}"/>
          </ac:spMkLst>
        </pc:spChg>
        <pc:spChg chg="mod">
          <ac:chgData name="Herish Dina" userId="6f16baca-ba0e-4897-8473-fe8636b0c50d" providerId="ADAL" clId="{F64B2C76-082B-40FB-B7D7-2CF00054FC44}" dt="2026-04-02T12:57:39.858" v="646"/>
          <ac:spMkLst>
            <pc:docMk/>
            <pc:sldMk cId="3403873953" sldId="290"/>
            <ac:spMk id="16" creationId="{00000000-0000-0000-0000-000000000000}"/>
          </ac:spMkLst>
        </pc:spChg>
        <pc:spChg chg="mod">
          <ac:chgData name="Herish Dina" userId="6f16baca-ba0e-4897-8473-fe8636b0c50d" providerId="ADAL" clId="{F64B2C76-082B-40FB-B7D7-2CF00054FC44}" dt="2026-04-02T12:57:13.053" v="641"/>
          <ac:spMkLst>
            <pc:docMk/>
            <pc:sldMk cId="3403873953" sldId="290"/>
            <ac:spMk id="18" creationId="{00000000-0000-0000-0000-000000000000}"/>
          </ac:spMkLst>
        </pc:spChg>
        <pc:spChg chg="mod">
          <ac:chgData name="Herish Dina" userId="6f16baca-ba0e-4897-8473-fe8636b0c50d" providerId="ADAL" clId="{F64B2C76-082B-40FB-B7D7-2CF00054FC44}" dt="2026-04-02T12:57:13.053" v="642"/>
          <ac:spMkLst>
            <pc:docMk/>
            <pc:sldMk cId="3403873953" sldId="290"/>
            <ac:spMk id="19" creationId="{00000000-0000-0000-0000-000000000000}"/>
          </ac:spMkLst>
        </pc:spChg>
        <pc:spChg chg="mod">
          <ac:chgData name="Herish Dina" userId="6f16baca-ba0e-4897-8473-fe8636b0c50d" providerId="ADAL" clId="{F64B2C76-082B-40FB-B7D7-2CF00054FC44}" dt="2026-04-02T12:57:13.053" v="643"/>
          <ac:spMkLst>
            <pc:docMk/>
            <pc:sldMk cId="3403873953" sldId="290"/>
            <ac:spMk id="20" creationId="{00000000-0000-0000-0000-000000000000}"/>
          </ac:spMkLst>
        </pc:spChg>
      </pc:sldChg>
      <pc:sldChg chg="addSp delSp modSp add mod modClrScheme chgLayout">
        <pc:chgData name="Herish Dina" userId="6f16baca-ba0e-4897-8473-fe8636b0c50d" providerId="ADAL" clId="{F64B2C76-082B-40FB-B7D7-2CF00054FC44}" dt="2026-04-03T10:09:18.957" v="1038" actId="207"/>
        <pc:sldMkLst>
          <pc:docMk/>
          <pc:sldMk cId="226544220" sldId="291"/>
        </pc:sldMkLst>
        <pc:spChg chg="add mod ord">
          <ac:chgData name="Herish Dina" userId="6f16baca-ba0e-4897-8473-fe8636b0c50d" providerId="ADAL" clId="{F64B2C76-082B-40FB-B7D7-2CF00054FC44}" dt="2026-04-03T10:05:39.994" v="977" actId="20577"/>
          <ac:spMkLst>
            <pc:docMk/>
            <pc:sldMk cId="226544220" sldId="291"/>
            <ac:spMk id="2" creationId="{7FD6F7A6-0F5E-5F57-E9BF-C7A903797F64}"/>
          </ac:spMkLst>
        </pc:spChg>
        <pc:spChg chg="add del mod ord">
          <ac:chgData name="Herish Dina" userId="6f16baca-ba0e-4897-8473-fe8636b0c50d" providerId="ADAL" clId="{F64B2C76-082B-40FB-B7D7-2CF00054FC44}" dt="2026-04-03T10:05:08.352" v="974" actId="700"/>
          <ac:spMkLst>
            <pc:docMk/>
            <pc:sldMk cId="226544220" sldId="291"/>
            <ac:spMk id="3" creationId="{DFEEC2B7-EEC6-BF32-DBE1-134709D9B369}"/>
          </ac:spMkLst>
        </pc:spChg>
        <pc:spChg chg="add mod ord">
          <ac:chgData name="Herish Dina" userId="6f16baca-ba0e-4897-8473-fe8636b0c50d" providerId="ADAL" clId="{F64B2C76-082B-40FB-B7D7-2CF00054FC44}" dt="2026-04-03T10:09:18.957" v="1038" actId="207"/>
          <ac:spMkLst>
            <pc:docMk/>
            <pc:sldMk cId="226544220" sldId="291"/>
            <ac:spMk id="4" creationId="{62D33774-2BE4-9F2C-4114-975BC51AB357}"/>
          </ac:spMkLst>
        </pc:spChg>
        <pc:spChg chg="add mod ord">
          <ac:chgData name="Herish Dina" userId="6f16baca-ba0e-4897-8473-fe8636b0c50d" providerId="ADAL" clId="{F64B2C76-082B-40FB-B7D7-2CF00054FC44}" dt="2026-04-03T10:09:15.782" v="1037" actId="207"/>
          <ac:spMkLst>
            <pc:docMk/>
            <pc:sldMk cId="226544220" sldId="291"/>
            <ac:spMk id="5" creationId="{AD430D4A-7A4B-BF9D-C833-3BED22168DEB}"/>
          </ac:spMkLst>
        </pc:spChg>
        <pc:spChg chg="add">
          <ac:chgData name="Herish Dina" userId="6f16baca-ba0e-4897-8473-fe8636b0c50d" providerId="ADAL" clId="{F64B2C76-082B-40FB-B7D7-2CF00054FC44}" dt="2026-04-03T10:06:26.614" v="996"/>
          <ac:spMkLst>
            <pc:docMk/>
            <pc:sldMk cId="226544220" sldId="291"/>
            <ac:spMk id="6" creationId="{8A1B44C7-B084-772C-CBEF-061351F376B6}"/>
          </ac:spMkLst>
        </pc:spChg>
        <pc:spChg chg="add">
          <ac:chgData name="Herish Dina" userId="6f16baca-ba0e-4897-8473-fe8636b0c50d" providerId="ADAL" clId="{F64B2C76-082B-40FB-B7D7-2CF00054FC44}" dt="2026-04-03T10:06:29.951" v="997"/>
          <ac:spMkLst>
            <pc:docMk/>
            <pc:sldMk cId="226544220" sldId="291"/>
            <ac:spMk id="7" creationId="{DBB4EBA6-4B70-7C30-4C7B-8D4257A0047A}"/>
          </ac:spMkLst>
        </pc:spChg>
        <pc:spChg chg="add del mod">
          <ac:chgData name="Herish Dina" userId="6f16baca-ba0e-4897-8473-fe8636b0c50d" providerId="ADAL" clId="{F64B2C76-082B-40FB-B7D7-2CF00054FC44}" dt="2026-04-03T10:06:49.655" v="1001" actId="478"/>
          <ac:spMkLst>
            <pc:docMk/>
            <pc:sldMk cId="226544220" sldId="291"/>
            <ac:spMk id="8" creationId="{06319D4E-F4D4-EB89-FA9F-27D942D85256}"/>
          </ac:spMkLst>
        </pc:spChg>
        <pc:spChg chg="add del mod">
          <ac:chgData name="Herish Dina" userId="6f16baca-ba0e-4897-8473-fe8636b0c50d" providerId="ADAL" clId="{F64B2C76-082B-40FB-B7D7-2CF00054FC44}" dt="2026-04-03T10:08:03.446" v="1015" actId="478"/>
          <ac:spMkLst>
            <pc:docMk/>
            <pc:sldMk cId="226544220" sldId="291"/>
            <ac:spMk id="9" creationId="{337049F0-4353-BAD5-641A-7CEA0329BE2B}"/>
          </ac:spMkLst>
        </pc:spChg>
      </pc:sldChg>
      <pc:sldChg chg="addSp delSp modSp new mod setBg">
        <pc:chgData name="Herish Dina" userId="6f16baca-ba0e-4897-8473-fe8636b0c50d" providerId="ADAL" clId="{F64B2C76-082B-40FB-B7D7-2CF00054FC44}" dt="2026-04-03T10:24:00.832" v="1089" actId="20577"/>
        <pc:sldMkLst>
          <pc:docMk/>
          <pc:sldMk cId="2009192067" sldId="292"/>
        </pc:sldMkLst>
        <pc:spChg chg="mod">
          <ac:chgData name="Herish Dina" userId="6f16baca-ba0e-4897-8473-fe8636b0c50d" providerId="ADAL" clId="{F64B2C76-082B-40FB-B7D7-2CF00054FC44}" dt="2026-04-03T10:24:00.832" v="1089" actId="20577"/>
          <ac:spMkLst>
            <pc:docMk/>
            <pc:sldMk cId="2009192067" sldId="292"/>
            <ac:spMk id="2" creationId="{E400906C-412D-0F4E-50BC-5E868ED81E68}"/>
          </ac:spMkLst>
        </pc:spChg>
        <pc:spChg chg="add del mod">
          <ac:chgData name="Herish Dina" userId="6f16baca-ba0e-4897-8473-fe8636b0c50d" providerId="ADAL" clId="{F64B2C76-082B-40FB-B7D7-2CF00054FC44}" dt="2026-04-03T10:10:44.123" v="1053" actId="478"/>
          <ac:spMkLst>
            <pc:docMk/>
            <pc:sldMk cId="2009192067" sldId="292"/>
            <ac:spMk id="3" creationId="{719549D0-67B3-15DC-5A5D-DF5B9AC7316B}"/>
          </ac:spMkLst>
        </pc:spChg>
        <pc:graphicFrameChg chg="add del modGraphic">
          <ac:chgData name="Herish Dina" userId="6f16baca-ba0e-4897-8473-fe8636b0c50d" providerId="ADAL" clId="{F64B2C76-082B-40FB-B7D7-2CF00054FC44}" dt="2026-04-03T10:10:41.619" v="1051" actId="1032"/>
          <ac:graphicFrameMkLst>
            <pc:docMk/>
            <pc:sldMk cId="2009192067" sldId="292"/>
            <ac:graphicFrameMk id="4" creationId="{A7A7F929-73E7-C8C1-0295-69C6AD15338F}"/>
          </ac:graphicFrameMkLst>
        </pc:graphicFrameChg>
      </pc:sldChg>
      <pc:sldChg chg="addSp modSp add del">
        <pc:chgData name="Herish Dina" userId="6f16baca-ba0e-4897-8473-fe8636b0c50d" providerId="ADAL" clId="{F64B2C76-082B-40FB-B7D7-2CF00054FC44}" dt="2026-04-03T11:56:19.670" v="1604" actId="2696"/>
        <pc:sldMkLst>
          <pc:docMk/>
          <pc:sldMk cId="3182061878" sldId="293"/>
        </pc:sldMkLst>
        <pc:picChg chg="add mod">
          <ac:chgData name="Herish Dina" userId="6f16baca-ba0e-4897-8473-fe8636b0c50d" providerId="ADAL" clId="{F64B2C76-082B-40FB-B7D7-2CF00054FC44}" dt="2026-04-03T11:05:37.607" v="1153" actId="1076"/>
          <ac:picMkLst>
            <pc:docMk/>
            <pc:sldMk cId="3182061878" sldId="293"/>
            <ac:picMk id="4098" creationId="{E63C51D0-8838-DF56-4137-203DEE77BDD1}"/>
          </ac:picMkLst>
        </pc:picChg>
      </pc:sldChg>
      <pc:sldChg chg="addSp delSp modSp new del mod setBg modAnim">
        <pc:chgData name="Herish Dina" userId="6f16baca-ba0e-4897-8473-fe8636b0c50d" providerId="ADAL" clId="{F64B2C76-082B-40FB-B7D7-2CF00054FC44}" dt="2026-04-03T11:42:44.224" v="1534"/>
        <pc:sldMkLst>
          <pc:docMk/>
          <pc:sldMk cId="3148051929" sldId="294"/>
        </pc:sldMkLst>
        <pc:spChg chg="add mod">
          <ac:chgData name="Herish Dina" userId="6f16baca-ba0e-4897-8473-fe8636b0c50d" providerId="ADAL" clId="{F64B2C76-082B-40FB-B7D7-2CF00054FC44}" dt="2026-04-03T11:20:16.162" v="1262" actId="20577"/>
          <ac:spMkLst>
            <pc:docMk/>
            <pc:sldMk cId="3148051929" sldId="294"/>
            <ac:spMk id="22" creationId="{90D4B2FF-F5A5-D906-2D90-4EBDDFF555A4}"/>
          </ac:spMkLst>
        </pc:spChg>
        <pc:spChg chg="add mod">
          <ac:chgData name="Herish Dina" userId="6f16baca-ba0e-4897-8473-fe8636b0c50d" providerId="ADAL" clId="{F64B2C76-082B-40FB-B7D7-2CF00054FC44}" dt="2026-04-03T11:20:29.926" v="1274" actId="20577"/>
          <ac:spMkLst>
            <pc:docMk/>
            <pc:sldMk cId="3148051929" sldId="294"/>
            <ac:spMk id="23" creationId="{3B3EE9EB-2413-D71C-ABD3-1A86A1D2EDB7}"/>
          </ac:spMkLst>
        </pc:spChg>
        <pc:spChg chg="add mod">
          <ac:chgData name="Herish Dina" userId="6f16baca-ba0e-4897-8473-fe8636b0c50d" providerId="ADAL" clId="{F64B2C76-082B-40FB-B7D7-2CF00054FC44}" dt="2026-04-03T11:20:44.603" v="1289" actId="20577"/>
          <ac:spMkLst>
            <pc:docMk/>
            <pc:sldMk cId="3148051929" sldId="294"/>
            <ac:spMk id="24" creationId="{CA107992-6B74-E2C2-7256-C326548027F7}"/>
          </ac:spMkLst>
        </pc:spChg>
        <pc:spChg chg="add mod">
          <ac:chgData name="Herish Dina" userId="6f16baca-ba0e-4897-8473-fe8636b0c50d" providerId="ADAL" clId="{F64B2C76-082B-40FB-B7D7-2CF00054FC44}" dt="2026-04-03T11:20:56.951" v="1311" actId="20577"/>
          <ac:spMkLst>
            <pc:docMk/>
            <pc:sldMk cId="3148051929" sldId="294"/>
            <ac:spMk id="25" creationId="{EB2313BC-B40F-9BCF-74C4-435AAD8DA182}"/>
          </ac:spMkLst>
        </pc:spChg>
        <pc:spChg chg="add mod">
          <ac:chgData name="Herish Dina" userId="6f16baca-ba0e-4897-8473-fe8636b0c50d" providerId="ADAL" clId="{F64B2C76-082B-40FB-B7D7-2CF00054FC44}" dt="2026-04-03T11:21:26.521" v="1341" actId="1076"/>
          <ac:spMkLst>
            <pc:docMk/>
            <pc:sldMk cId="3148051929" sldId="294"/>
            <ac:spMk id="26" creationId="{08CC4EFF-DB44-2178-E04A-9A4B76410C34}"/>
          </ac:spMkLst>
        </pc:spChg>
        <pc:spChg chg="add mod">
          <ac:chgData name="Herish Dina" userId="6f16baca-ba0e-4897-8473-fe8636b0c50d" providerId="ADAL" clId="{F64B2C76-082B-40FB-B7D7-2CF00054FC44}" dt="2026-04-03T11:22:17.023" v="1375" actId="14100"/>
          <ac:spMkLst>
            <pc:docMk/>
            <pc:sldMk cId="3148051929" sldId="294"/>
            <ac:spMk id="33" creationId="{E07F78BA-6649-6CFF-0DC4-50515866663A}"/>
          </ac:spMkLst>
        </pc:spChg>
        <pc:picChg chg="add mod">
          <ac:chgData name="Herish Dina" userId="6f16baca-ba0e-4897-8473-fe8636b0c50d" providerId="ADAL" clId="{F64B2C76-082B-40FB-B7D7-2CF00054FC44}" dt="2026-04-03T11:17:39.946" v="1224" actId="1076"/>
          <ac:picMkLst>
            <pc:docMk/>
            <pc:sldMk cId="3148051929" sldId="294"/>
            <ac:picMk id="6146" creationId="{19AD311E-6915-FE26-68A5-2AE9EC230DBF}"/>
          </ac:picMkLst>
        </pc:picChg>
        <pc:cxnChg chg="add del mod">
          <ac:chgData name="Herish Dina" userId="6f16baca-ba0e-4897-8473-fe8636b0c50d" providerId="ADAL" clId="{F64B2C76-082B-40FB-B7D7-2CF00054FC44}" dt="2026-04-03T11:18:55.372" v="1241" actId="478"/>
          <ac:cxnSpMkLst>
            <pc:docMk/>
            <pc:sldMk cId="3148051929" sldId="294"/>
            <ac:cxnSpMk id="3" creationId="{56EC9F9F-3324-950D-2A23-984FDDF9D650}"/>
          </ac:cxnSpMkLst>
        </pc:cxnChg>
        <pc:cxnChg chg="add del">
          <ac:chgData name="Herish Dina" userId="6f16baca-ba0e-4897-8473-fe8636b0c50d" providerId="ADAL" clId="{F64B2C76-082B-40FB-B7D7-2CF00054FC44}" dt="2026-04-03T11:17:55.911" v="1227" actId="478"/>
          <ac:cxnSpMkLst>
            <pc:docMk/>
            <pc:sldMk cId="3148051929" sldId="294"/>
            <ac:cxnSpMk id="5" creationId="{37F40D0E-B3A5-A5E7-ABD8-212B25C2C5DB}"/>
          </ac:cxnSpMkLst>
        </pc:cxnChg>
        <pc:cxnChg chg="add del mod">
          <ac:chgData name="Herish Dina" userId="6f16baca-ba0e-4897-8473-fe8636b0c50d" providerId="ADAL" clId="{F64B2C76-082B-40FB-B7D7-2CF00054FC44}" dt="2026-04-03T11:19:00.796" v="1243" actId="478"/>
          <ac:cxnSpMkLst>
            <pc:docMk/>
            <pc:sldMk cId="3148051929" sldId="294"/>
            <ac:cxnSpMk id="6" creationId="{D8A639E4-CFC4-9771-4790-7BA304B7BA89}"/>
          </ac:cxnSpMkLst>
        </pc:cxnChg>
        <pc:cxnChg chg="add del mod">
          <ac:chgData name="Herish Dina" userId="6f16baca-ba0e-4897-8473-fe8636b0c50d" providerId="ADAL" clId="{F64B2C76-082B-40FB-B7D7-2CF00054FC44}" dt="2026-04-03T11:18:57.969" v="1242" actId="478"/>
          <ac:cxnSpMkLst>
            <pc:docMk/>
            <pc:sldMk cId="3148051929" sldId="294"/>
            <ac:cxnSpMk id="7" creationId="{4FA73682-7665-C5B1-2373-6DBCF9DC2BC6}"/>
          </ac:cxnSpMkLst>
        </pc:cxnChg>
        <pc:cxnChg chg="add mod">
          <ac:chgData name="Herish Dina" userId="6f16baca-ba0e-4897-8473-fe8636b0c50d" providerId="ADAL" clId="{F64B2C76-082B-40FB-B7D7-2CF00054FC44}" dt="2026-04-03T11:40:39.513" v="1530" actId="208"/>
          <ac:cxnSpMkLst>
            <pc:docMk/>
            <pc:sldMk cId="3148051929" sldId="294"/>
            <ac:cxnSpMk id="8" creationId="{DB3E28D2-FEDF-33CB-CDAC-C8227E5CBE9E}"/>
          </ac:cxnSpMkLst>
        </pc:cxnChg>
        <pc:cxnChg chg="add mod">
          <ac:chgData name="Herish Dina" userId="6f16baca-ba0e-4897-8473-fe8636b0c50d" providerId="ADAL" clId="{F64B2C76-082B-40FB-B7D7-2CF00054FC44}" dt="2026-04-03T11:39:41.487" v="1526" actId="208"/>
          <ac:cxnSpMkLst>
            <pc:docMk/>
            <pc:sldMk cId="3148051929" sldId="294"/>
            <ac:cxnSpMk id="13" creationId="{45307D09-E783-E4DC-7647-594AD9A4E550}"/>
          </ac:cxnSpMkLst>
        </pc:cxnChg>
        <pc:cxnChg chg="add mod">
          <ac:chgData name="Herish Dina" userId="6f16baca-ba0e-4897-8473-fe8636b0c50d" providerId="ADAL" clId="{F64B2C76-082B-40FB-B7D7-2CF00054FC44}" dt="2026-04-03T11:39:41.487" v="1526" actId="208"/>
          <ac:cxnSpMkLst>
            <pc:docMk/>
            <pc:sldMk cId="3148051929" sldId="294"/>
            <ac:cxnSpMk id="15" creationId="{363B7C31-54E0-4AF7-A5C1-E8C8A043B361}"/>
          </ac:cxnSpMkLst>
        </pc:cxnChg>
        <pc:cxnChg chg="add mod">
          <ac:chgData name="Herish Dina" userId="6f16baca-ba0e-4897-8473-fe8636b0c50d" providerId="ADAL" clId="{F64B2C76-082B-40FB-B7D7-2CF00054FC44}" dt="2026-04-03T11:39:41.487" v="1526" actId="208"/>
          <ac:cxnSpMkLst>
            <pc:docMk/>
            <pc:sldMk cId="3148051929" sldId="294"/>
            <ac:cxnSpMk id="17" creationId="{2A3B4DA7-08D8-7943-4E04-2CA1F91BF7D7}"/>
          </ac:cxnSpMkLst>
        </pc:cxnChg>
        <pc:cxnChg chg="add mod">
          <ac:chgData name="Herish Dina" userId="6f16baca-ba0e-4897-8473-fe8636b0c50d" providerId="ADAL" clId="{F64B2C76-082B-40FB-B7D7-2CF00054FC44}" dt="2026-04-03T11:39:41.487" v="1526" actId="208"/>
          <ac:cxnSpMkLst>
            <pc:docMk/>
            <pc:sldMk cId="3148051929" sldId="294"/>
            <ac:cxnSpMk id="27" creationId="{CCA60543-6656-82B2-52D2-61ADC24ED3C8}"/>
          </ac:cxnSpMkLst>
        </pc:cxnChg>
        <pc:cxnChg chg="add mod">
          <ac:chgData name="Herish Dina" userId="6f16baca-ba0e-4897-8473-fe8636b0c50d" providerId="ADAL" clId="{F64B2C76-082B-40FB-B7D7-2CF00054FC44}" dt="2026-04-03T11:39:41.487" v="1526" actId="208"/>
          <ac:cxnSpMkLst>
            <pc:docMk/>
            <pc:sldMk cId="3148051929" sldId="294"/>
            <ac:cxnSpMk id="31" creationId="{1C01EEC2-8400-E3F9-77FF-EE35828E5FB3}"/>
          </ac:cxnSpMkLst>
        </pc:cxnChg>
      </pc:sldChg>
      <pc:sldChg chg="addSp modSp new mod modClrScheme chgLayout">
        <pc:chgData name="Herish Dina" userId="6f16baca-ba0e-4897-8473-fe8636b0c50d" providerId="ADAL" clId="{F64B2C76-082B-40FB-B7D7-2CF00054FC44}" dt="2026-04-03T11:15:29.547" v="1217" actId="1076"/>
        <pc:sldMkLst>
          <pc:docMk/>
          <pc:sldMk cId="3279838953" sldId="295"/>
        </pc:sldMkLst>
        <pc:spChg chg="add mod ord">
          <ac:chgData name="Herish Dina" userId="6f16baca-ba0e-4897-8473-fe8636b0c50d" providerId="ADAL" clId="{F64B2C76-082B-40FB-B7D7-2CF00054FC44}" dt="2026-04-03T11:09:59.771" v="1191" actId="255"/>
          <ac:spMkLst>
            <pc:docMk/>
            <pc:sldMk cId="3279838953" sldId="295"/>
            <ac:spMk id="2" creationId="{89179E7E-8D8B-C777-335C-E3633899CE88}"/>
          </ac:spMkLst>
        </pc:spChg>
        <pc:picChg chg="add mod">
          <ac:chgData name="Herish Dina" userId="6f16baca-ba0e-4897-8473-fe8636b0c50d" providerId="ADAL" clId="{F64B2C76-082B-40FB-B7D7-2CF00054FC44}" dt="2026-04-03T11:15:29.547" v="1217" actId="1076"/>
          <ac:picMkLst>
            <pc:docMk/>
            <pc:sldMk cId="3279838953" sldId="295"/>
            <ac:picMk id="5122" creationId="{9502CFE5-FA91-FE8A-61A6-7C97D8E296A0}"/>
          </ac:picMkLst>
        </pc:picChg>
        <pc:picChg chg="add mod">
          <ac:chgData name="Herish Dina" userId="6f16baca-ba0e-4897-8473-fe8636b0c50d" providerId="ADAL" clId="{F64B2C76-082B-40FB-B7D7-2CF00054FC44}" dt="2026-04-03T11:14:35.453" v="1213" actId="1076"/>
          <ac:picMkLst>
            <pc:docMk/>
            <pc:sldMk cId="3279838953" sldId="295"/>
            <ac:picMk id="5124" creationId="{77852946-EFA8-D1E6-1820-1890EDFEF094}"/>
          </ac:picMkLst>
        </pc:picChg>
      </pc:sldChg>
      <pc:sldChg chg="add del">
        <pc:chgData name="Herish Dina" userId="6f16baca-ba0e-4897-8473-fe8636b0c50d" providerId="ADAL" clId="{F64B2C76-082B-40FB-B7D7-2CF00054FC44}" dt="2026-04-03T11:44:07.675" v="1537" actId="2696"/>
        <pc:sldMkLst>
          <pc:docMk/>
          <pc:sldMk cId="2820023354" sldId="296"/>
        </pc:sldMkLst>
      </pc:sldChg>
      <pc:sldChg chg="addSp delSp modSp new mod">
        <pc:chgData name="Herish Dina" userId="6f16baca-ba0e-4897-8473-fe8636b0c50d" providerId="ADAL" clId="{F64B2C76-082B-40FB-B7D7-2CF00054FC44}" dt="2026-04-03T12:04:57.314" v="1648" actId="1076"/>
        <pc:sldMkLst>
          <pc:docMk/>
          <pc:sldMk cId="2890737725" sldId="297"/>
        </pc:sldMkLst>
        <pc:spChg chg="add mod">
          <ac:chgData name="Herish Dina" userId="6f16baca-ba0e-4897-8473-fe8636b0c50d" providerId="ADAL" clId="{F64B2C76-082B-40FB-B7D7-2CF00054FC44}" dt="2026-04-03T11:55:33.991" v="1599" actId="1076"/>
          <ac:spMkLst>
            <pc:docMk/>
            <pc:sldMk cId="2890737725" sldId="297"/>
            <ac:spMk id="4" creationId="{030F4001-512D-5300-D8AD-5861F6C55E73}"/>
          </ac:spMkLst>
        </pc:spChg>
        <pc:spChg chg="add mod">
          <ac:chgData name="Herish Dina" userId="6f16baca-ba0e-4897-8473-fe8636b0c50d" providerId="ADAL" clId="{F64B2C76-082B-40FB-B7D7-2CF00054FC44}" dt="2026-04-03T11:44:35.107" v="1543" actId="1076"/>
          <ac:spMkLst>
            <pc:docMk/>
            <pc:sldMk cId="2890737725" sldId="297"/>
            <ac:spMk id="6" creationId="{D1595045-802D-4748-DD22-39E6313113FE}"/>
          </ac:spMkLst>
        </pc:spChg>
        <pc:spChg chg="add mod">
          <ac:chgData name="Herish Dina" userId="6f16baca-ba0e-4897-8473-fe8636b0c50d" providerId="ADAL" clId="{F64B2C76-082B-40FB-B7D7-2CF00054FC44}" dt="2026-04-03T11:44:49.922" v="1546" actId="1076"/>
          <ac:spMkLst>
            <pc:docMk/>
            <pc:sldMk cId="2890737725" sldId="297"/>
            <ac:spMk id="8" creationId="{CA3E2C2F-25B2-CE7E-16D8-7CDE8C4A5A20}"/>
          </ac:spMkLst>
        </pc:spChg>
        <pc:spChg chg="add mod">
          <ac:chgData name="Herish Dina" userId="6f16baca-ba0e-4897-8473-fe8636b0c50d" providerId="ADAL" clId="{F64B2C76-082B-40FB-B7D7-2CF00054FC44}" dt="2026-04-03T11:46:45.207" v="1571" actId="1076"/>
          <ac:spMkLst>
            <pc:docMk/>
            <pc:sldMk cId="2890737725" sldId="297"/>
            <ac:spMk id="10" creationId="{0228BADE-D71E-2485-E74A-FF046EFBC90F}"/>
          </ac:spMkLst>
        </pc:spChg>
        <pc:spChg chg="add mod">
          <ac:chgData name="Herish Dina" userId="6f16baca-ba0e-4897-8473-fe8636b0c50d" providerId="ADAL" clId="{F64B2C76-082B-40FB-B7D7-2CF00054FC44}" dt="2026-04-03T11:56:08.326" v="1603" actId="14100"/>
          <ac:spMkLst>
            <pc:docMk/>
            <pc:sldMk cId="2890737725" sldId="297"/>
            <ac:spMk id="12" creationId="{22B5DBE8-7809-2884-0AB0-F6B5F136EDD3}"/>
          </ac:spMkLst>
        </pc:spChg>
        <pc:spChg chg="add mod">
          <ac:chgData name="Herish Dina" userId="6f16baca-ba0e-4897-8473-fe8636b0c50d" providerId="ADAL" clId="{F64B2C76-082B-40FB-B7D7-2CF00054FC44}" dt="2026-04-03T11:46:57.463" v="1575" actId="1076"/>
          <ac:spMkLst>
            <pc:docMk/>
            <pc:sldMk cId="2890737725" sldId="297"/>
            <ac:spMk id="14" creationId="{B1083B8A-DB3A-B765-6F26-D302D675D94D}"/>
          </ac:spMkLst>
        </pc:spChg>
        <pc:spChg chg="add mod">
          <ac:chgData name="Herish Dina" userId="6f16baca-ba0e-4897-8473-fe8636b0c50d" providerId="ADAL" clId="{F64B2C76-082B-40FB-B7D7-2CF00054FC44}" dt="2026-04-03T11:55:29.858" v="1597" actId="1076"/>
          <ac:spMkLst>
            <pc:docMk/>
            <pc:sldMk cId="2890737725" sldId="297"/>
            <ac:spMk id="16" creationId="{D07E67B3-3858-8CD6-6196-6E13D4F025BF}"/>
          </ac:spMkLst>
        </pc:spChg>
        <pc:spChg chg="add mod">
          <ac:chgData name="Herish Dina" userId="6f16baca-ba0e-4897-8473-fe8636b0c50d" providerId="ADAL" clId="{F64B2C76-082B-40FB-B7D7-2CF00054FC44}" dt="2026-04-03T11:55:25.545" v="1595" actId="1076"/>
          <ac:spMkLst>
            <pc:docMk/>
            <pc:sldMk cId="2890737725" sldId="297"/>
            <ac:spMk id="18" creationId="{8FE6DB59-10B2-56A6-D69A-CE22E8059E5F}"/>
          </ac:spMkLst>
        </pc:spChg>
        <pc:spChg chg="add mod">
          <ac:chgData name="Herish Dina" userId="6f16baca-ba0e-4897-8473-fe8636b0c50d" providerId="ADAL" clId="{F64B2C76-082B-40FB-B7D7-2CF00054FC44}" dt="2026-04-03T11:46:54.558" v="1574" actId="1076"/>
          <ac:spMkLst>
            <pc:docMk/>
            <pc:sldMk cId="2890737725" sldId="297"/>
            <ac:spMk id="20" creationId="{C4A2D670-4BCA-FEAC-AEF4-C0C6EB3030BA}"/>
          </ac:spMkLst>
        </pc:spChg>
        <pc:spChg chg="add mod">
          <ac:chgData name="Herish Dina" userId="6f16baca-ba0e-4897-8473-fe8636b0c50d" providerId="ADAL" clId="{F64B2C76-082B-40FB-B7D7-2CF00054FC44}" dt="2026-04-03T11:56:08.326" v="1603" actId="14100"/>
          <ac:spMkLst>
            <pc:docMk/>
            <pc:sldMk cId="2890737725" sldId="297"/>
            <ac:spMk id="23" creationId="{A6546F31-C37A-CB7C-123F-2FE4047763A5}"/>
          </ac:spMkLst>
        </pc:spChg>
        <pc:spChg chg="add del">
          <ac:chgData name="Herish Dina" userId="6f16baca-ba0e-4897-8473-fe8636b0c50d" providerId="ADAL" clId="{F64B2C76-082B-40FB-B7D7-2CF00054FC44}" dt="2026-04-03T11:56:24.983" v="1606" actId="478"/>
          <ac:spMkLst>
            <pc:docMk/>
            <pc:sldMk cId="2890737725" sldId="297"/>
            <ac:spMk id="24" creationId="{F310D9EC-A010-324A-B67E-5AFF846356AC}"/>
          </ac:spMkLst>
        </pc:spChg>
        <pc:spChg chg="add del mod">
          <ac:chgData name="Herish Dina" userId="6f16baca-ba0e-4897-8473-fe8636b0c50d" providerId="ADAL" clId="{F64B2C76-082B-40FB-B7D7-2CF00054FC44}" dt="2026-04-03T11:56:38.805" v="1609" actId="478"/>
          <ac:spMkLst>
            <pc:docMk/>
            <pc:sldMk cId="2890737725" sldId="297"/>
            <ac:spMk id="25" creationId="{26EDC02B-06D4-8FB6-47CC-B5A4FEE47E44}"/>
          </ac:spMkLst>
        </pc:spChg>
        <pc:spChg chg="add">
          <ac:chgData name="Herish Dina" userId="6f16baca-ba0e-4897-8473-fe8636b0c50d" providerId="ADAL" clId="{F64B2C76-082B-40FB-B7D7-2CF00054FC44}" dt="2026-04-03T11:58:37.297" v="1614"/>
          <ac:spMkLst>
            <pc:docMk/>
            <pc:sldMk cId="2890737725" sldId="297"/>
            <ac:spMk id="26" creationId="{19259773-6C02-FD9C-39F7-05E01E2A66BD}"/>
          </ac:spMkLst>
        </pc:spChg>
        <pc:spChg chg="add mod">
          <ac:chgData name="Herish Dina" userId="6f16baca-ba0e-4897-8473-fe8636b0c50d" providerId="ADAL" clId="{F64B2C76-082B-40FB-B7D7-2CF00054FC44}" dt="2026-04-03T11:58:43.665" v="1619"/>
          <ac:spMkLst>
            <pc:docMk/>
            <pc:sldMk cId="2890737725" sldId="297"/>
            <ac:spMk id="27" creationId="{F957B349-F292-E9A1-15E7-80318F0F00E9}"/>
          </ac:spMkLst>
        </pc:spChg>
        <pc:picChg chg="add mod">
          <ac:chgData name="Herish Dina" userId="6f16baca-ba0e-4897-8473-fe8636b0c50d" providerId="ADAL" clId="{F64B2C76-082B-40FB-B7D7-2CF00054FC44}" dt="2026-04-03T12:02:28.980" v="1632" actId="1076"/>
          <ac:picMkLst>
            <pc:docMk/>
            <pc:sldMk cId="2890737725" sldId="297"/>
            <ac:picMk id="2" creationId="{E45A71A3-4D39-29FE-C355-59F12C891FEA}"/>
          </ac:picMkLst>
        </pc:picChg>
        <pc:picChg chg="add del mod">
          <ac:chgData name="Herish Dina" userId="6f16baca-ba0e-4897-8473-fe8636b0c50d" providerId="ADAL" clId="{F64B2C76-082B-40FB-B7D7-2CF00054FC44}" dt="2026-04-03T11:58:07.805" v="1610" actId="478"/>
          <ac:picMkLst>
            <pc:docMk/>
            <pc:sldMk cId="2890737725" sldId="297"/>
            <ac:picMk id="22" creationId="{60ADD327-CC65-C664-DDB9-3CD30215762D}"/>
          </ac:picMkLst>
        </pc:picChg>
        <pc:picChg chg="add mod">
          <ac:chgData name="Herish Dina" userId="6f16baca-ba0e-4897-8473-fe8636b0c50d" providerId="ADAL" clId="{F64B2C76-082B-40FB-B7D7-2CF00054FC44}" dt="2026-04-03T12:02:42.387" v="1637" actId="1076"/>
          <ac:picMkLst>
            <pc:docMk/>
            <pc:sldMk cId="2890737725" sldId="297"/>
            <ac:picMk id="29" creationId="{76FCF186-6B01-BE97-ECD8-3EAC4DA9ADFF}"/>
          </ac:picMkLst>
        </pc:picChg>
        <pc:picChg chg="add mod">
          <ac:chgData name="Herish Dina" userId="6f16baca-ba0e-4897-8473-fe8636b0c50d" providerId="ADAL" clId="{F64B2C76-082B-40FB-B7D7-2CF00054FC44}" dt="2026-04-03T12:04:55.850" v="1647" actId="1076"/>
          <ac:picMkLst>
            <pc:docMk/>
            <pc:sldMk cId="2890737725" sldId="297"/>
            <ac:picMk id="31" creationId="{2EA29116-4580-562E-6BFF-3C205E108B7F}"/>
          </ac:picMkLst>
        </pc:picChg>
        <pc:picChg chg="add mod">
          <ac:chgData name="Herish Dina" userId="6f16baca-ba0e-4897-8473-fe8636b0c50d" providerId="ADAL" clId="{F64B2C76-082B-40FB-B7D7-2CF00054FC44}" dt="2026-04-03T12:04:54.582" v="1646" actId="1076"/>
          <ac:picMkLst>
            <pc:docMk/>
            <pc:sldMk cId="2890737725" sldId="297"/>
            <ac:picMk id="33" creationId="{0BB7DEC1-0D21-02D7-16C7-EB8FA665EFFD}"/>
          </ac:picMkLst>
        </pc:picChg>
        <pc:picChg chg="add mod modCrop">
          <ac:chgData name="Herish Dina" userId="6f16baca-ba0e-4897-8473-fe8636b0c50d" providerId="ADAL" clId="{F64B2C76-082B-40FB-B7D7-2CF00054FC44}" dt="2026-04-03T12:04:57.314" v="1648" actId="1076"/>
          <ac:picMkLst>
            <pc:docMk/>
            <pc:sldMk cId="2890737725" sldId="297"/>
            <ac:picMk id="35" creationId="{15AE83AE-51A7-F7CF-0ACA-B05241B8B98D}"/>
          </ac:picMkLst>
        </pc:picChg>
        <pc:picChg chg="add del mod">
          <ac:chgData name="Herish Dina" userId="6f16baca-ba0e-4897-8473-fe8636b0c50d" providerId="ADAL" clId="{F64B2C76-082B-40FB-B7D7-2CF00054FC44}" dt="2026-04-03T11:58:08.516" v="1611" actId="478"/>
          <ac:picMkLst>
            <pc:docMk/>
            <pc:sldMk cId="2890737725" sldId="297"/>
            <ac:picMk id="7170" creationId="{451AF5A0-145C-57B3-CB65-D975CB386907}"/>
          </ac:picMkLst>
        </pc:picChg>
        <pc:picChg chg="add del mod">
          <ac:chgData name="Herish Dina" userId="6f16baca-ba0e-4897-8473-fe8636b0c50d" providerId="ADAL" clId="{F64B2C76-082B-40FB-B7D7-2CF00054FC44}" dt="2026-04-03T11:58:09.147" v="1613" actId="478"/>
          <ac:picMkLst>
            <pc:docMk/>
            <pc:sldMk cId="2890737725" sldId="297"/>
            <ac:picMk id="7172" creationId="{C7458860-53E7-3405-69E2-1D390DD2A3EE}"/>
          </ac:picMkLst>
        </pc:picChg>
      </pc:sldChg>
      <pc:sldMasterChg chg="modSp modSldLayout">
        <pc:chgData name="Herish Dina" userId="6f16baca-ba0e-4897-8473-fe8636b0c50d" providerId="ADAL" clId="{F64B2C76-082B-40FB-B7D7-2CF00054FC44}" dt="2026-04-03T12:10:53.488" v="1661" actId="2711"/>
        <pc:sldMasterMkLst>
          <pc:docMk/>
          <pc:sldMasterMk cId="502476003" sldId="2147483648"/>
        </pc:sldMasterMkLst>
        <pc:sldLayoutChg chg="modSp mod">
          <pc:chgData name="Herish Dina" userId="6f16baca-ba0e-4897-8473-fe8636b0c50d" providerId="ADAL" clId="{F64B2C76-082B-40FB-B7D7-2CF00054FC44}" dt="2026-04-03T12:09:32.567" v="1660" actId="2711"/>
          <pc:sldLayoutMkLst>
            <pc:docMk/>
            <pc:sldMasterMk cId="502476003" sldId="2147483648"/>
            <pc:sldLayoutMk cId="3757417696" sldId="2147483649"/>
          </pc:sldLayoutMkLst>
          <pc:spChg chg="mod">
            <ac:chgData name="Herish Dina" userId="6f16baca-ba0e-4897-8473-fe8636b0c50d" providerId="ADAL" clId="{F64B2C76-082B-40FB-B7D7-2CF00054FC44}" dt="2026-04-03T12:09:28.006" v="1659" actId="2711"/>
            <ac:spMkLst>
              <pc:docMk/>
              <pc:sldMasterMk cId="502476003" sldId="2147483648"/>
              <pc:sldLayoutMk cId="3757417696" sldId="2147483649"/>
              <ac:spMk id="2" creationId="{FC8CA003-4FAF-A35F-11F1-9380B728EB22}"/>
            </ac:spMkLst>
          </pc:spChg>
          <pc:spChg chg="mod">
            <ac:chgData name="Herish Dina" userId="6f16baca-ba0e-4897-8473-fe8636b0c50d" providerId="ADAL" clId="{F64B2C76-082B-40FB-B7D7-2CF00054FC44}" dt="2026-04-03T12:09:32.567" v="1660" actId="2711"/>
            <ac:spMkLst>
              <pc:docMk/>
              <pc:sldMasterMk cId="502476003" sldId="2147483648"/>
              <pc:sldLayoutMk cId="3757417696" sldId="2147483649"/>
              <ac:spMk id="3" creationId="{42577116-C171-328C-46D2-94218DC17C5E}"/>
            </ac:spMkLst>
          </pc:spChg>
        </pc:sldLayoutChg>
        <pc:sldLayoutChg chg="modSp mod">
          <pc:chgData name="Herish Dina" userId="6f16baca-ba0e-4897-8473-fe8636b0c50d" providerId="ADAL" clId="{F64B2C76-082B-40FB-B7D7-2CF00054FC44}" dt="2026-04-03T12:10:53.488" v="1661" actId="2711"/>
          <pc:sldLayoutMkLst>
            <pc:docMk/>
            <pc:sldMasterMk cId="502476003" sldId="2147483648"/>
            <pc:sldLayoutMk cId="4018039440" sldId="2147483650"/>
          </pc:sldLayoutMkLst>
          <pc:spChg chg="mod">
            <ac:chgData name="Herish Dina" userId="6f16baca-ba0e-4897-8473-fe8636b0c50d" providerId="ADAL" clId="{F64B2C76-082B-40FB-B7D7-2CF00054FC44}" dt="2026-04-03T12:08:15.861" v="1651" actId="207"/>
            <ac:spMkLst>
              <pc:docMk/>
              <pc:sldMasterMk cId="502476003" sldId="2147483648"/>
              <pc:sldLayoutMk cId="4018039440" sldId="2147483650"/>
              <ac:spMk id="2" creationId="{E768665C-1232-AADA-6A34-7E701B5843F9}"/>
            </ac:spMkLst>
          </pc:spChg>
          <pc:spChg chg="mod">
            <ac:chgData name="Herish Dina" userId="6f16baca-ba0e-4897-8473-fe8636b0c50d" providerId="ADAL" clId="{F64B2C76-082B-40FB-B7D7-2CF00054FC44}" dt="2026-04-03T12:10:53.488" v="1661" actId="2711"/>
            <ac:spMkLst>
              <pc:docMk/>
              <pc:sldMasterMk cId="502476003" sldId="2147483648"/>
              <pc:sldLayoutMk cId="4018039440" sldId="2147483650"/>
              <ac:spMk id="3" creationId="{DD2E63AE-E077-8160-E73C-329E862F20AC}"/>
            </ac:spMkLst>
          </pc:spChg>
        </pc:sldLayoutChg>
      </pc:sldMasterChg>
      <pc:sldMasterChg chg="add del addSldLayout delSldLayout modSldLayout">
        <pc:chgData name="Herish Dina" userId="6f16baca-ba0e-4897-8473-fe8636b0c50d" providerId="ADAL" clId="{F64B2C76-082B-40FB-B7D7-2CF00054FC44}" dt="2026-04-02T12:59:46.744" v="652" actId="2696"/>
        <pc:sldMasterMkLst>
          <pc:docMk/>
          <pc:sldMasterMk cId="502476003" sldId="2147483660"/>
        </pc:sldMasterMkLst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3757417696" sldId="2147483661"/>
          </pc:sldLayoutMkLst>
        </pc:sldLayoutChg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4018039440" sldId="2147483662"/>
          </pc:sldLayoutMkLst>
        </pc:sldLayoutChg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3799047662" sldId="2147483663"/>
          </pc:sldLayoutMkLst>
        </pc:sldLayoutChg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191244082" sldId="2147483664"/>
          </pc:sldLayoutMkLst>
        </pc:sldLayoutChg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3103823398" sldId="2147483665"/>
          </pc:sldLayoutMkLst>
        </pc:sldLayoutChg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2551999867" sldId="2147483666"/>
          </pc:sldLayoutMkLst>
        </pc:sldLayoutChg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3720118633" sldId="2147483667"/>
          </pc:sldLayoutMkLst>
        </pc:sldLayoutChg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2699141851" sldId="2147483668"/>
          </pc:sldLayoutMkLst>
        </pc:sldLayoutChg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130033610" sldId="2147483669"/>
          </pc:sldLayoutMkLst>
        </pc:sldLayoutChg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2734328357" sldId="2147483670"/>
          </pc:sldLayoutMkLst>
        </pc:sldLayoutChg>
        <pc:sldLayoutChg chg="add del mod">
          <pc:chgData name="Herish Dina" userId="6f16baca-ba0e-4897-8473-fe8636b0c50d" providerId="ADAL" clId="{F64B2C76-082B-40FB-B7D7-2CF00054FC44}" dt="2026-04-02T12:59:46.744" v="652" actId="2696"/>
          <pc:sldLayoutMkLst>
            <pc:docMk/>
            <pc:sldMasterMk cId="502476003" sldId="2147483660"/>
            <pc:sldLayoutMk cId="702095653" sldId="2147483671"/>
          </pc:sldLayoutMkLst>
        </pc:sldLayoutChg>
      </pc:sldMasterChg>
    </pc:docChg>
  </pc:docChgLst>
  <pc:docChgLst>
    <pc:chgData name="Herish Dina" userId="6f16baca-ba0e-4897-8473-fe8636b0c50d" providerId="ADAL" clId="{620A1062-78BB-4D52-A841-9895B3A7BFA4}"/>
    <pc:docChg chg="custSel modSld">
      <pc:chgData name="Herish Dina" userId="6f16baca-ba0e-4897-8473-fe8636b0c50d" providerId="ADAL" clId="{620A1062-78BB-4D52-A841-9895B3A7BFA4}" dt="2026-04-03T14:17:39.664" v="87" actId="1076"/>
      <pc:docMkLst>
        <pc:docMk/>
      </pc:docMkLst>
      <pc:sldChg chg="modSp mod">
        <pc:chgData name="Herish Dina" userId="6f16baca-ba0e-4897-8473-fe8636b0c50d" providerId="ADAL" clId="{620A1062-78BB-4D52-A841-9895B3A7BFA4}" dt="2026-04-03T14:14:51.313" v="72" actId="20577"/>
        <pc:sldMkLst>
          <pc:docMk/>
          <pc:sldMk cId="800826409" sldId="256"/>
        </pc:sldMkLst>
        <pc:spChg chg="mod">
          <ac:chgData name="Herish Dina" userId="6f16baca-ba0e-4897-8473-fe8636b0c50d" providerId="ADAL" clId="{620A1062-78BB-4D52-A841-9895B3A7BFA4}" dt="2026-04-03T14:14:51.313" v="72" actId="20577"/>
          <ac:spMkLst>
            <pc:docMk/>
            <pc:sldMk cId="800826409" sldId="256"/>
            <ac:spMk id="3" creationId="{BBD5D351-E019-9DD2-E748-B52865F542AE}"/>
          </ac:spMkLst>
        </pc:spChg>
      </pc:sldChg>
      <pc:sldChg chg="modSp mod">
        <pc:chgData name="Herish Dina" userId="6f16baca-ba0e-4897-8473-fe8636b0c50d" providerId="ADAL" clId="{620A1062-78BB-4D52-A841-9895B3A7BFA4}" dt="2026-04-03T14:14:22.944" v="15" actId="1076"/>
        <pc:sldMkLst>
          <pc:docMk/>
          <pc:sldMk cId="3731366814" sldId="266"/>
        </pc:sldMkLst>
        <pc:graphicFrameChg chg="mod modGraphic">
          <ac:chgData name="Herish Dina" userId="6f16baca-ba0e-4897-8473-fe8636b0c50d" providerId="ADAL" clId="{620A1062-78BB-4D52-A841-9895B3A7BFA4}" dt="2026-04-03T14:14:22.944" v="15" actId="1076"/>
          <ac:graphicFrameMkLst>
            <pc:docMk/>
            <pc:sldMk cId="3731366814" sldId="266"/>
            <ac:graphicFrameMk id="2" creationId="{C64AA576-51D6-FD88-4C0C-4D6699488A85}"/>
          </ac:graphicFrameMkLst>
        </pc:graphicFrameChg>
      </pc:sldChg>
      <pc:sldChg chg="modSp">
        <pc:chgData name="Herish Dina" userId="6f16baca-ba0e-4897-8473-fe8636b0c50d" providerId="ADAL" clId="{620A1062-78BB-4D52-A841-9895B3A7BFA4}" dt="2026-04-03T14:15:51.818" v="82" actId="2711"/>
        <pc:sldMkLst>
          <pc:docMk/>
          <pc:sldMk cId="2083452750" sldId="286"/>
        </pc:sldMkLst>
        <pc:graphicFrameChg chg="mod">
          <ac:chgData name="Herish Dina" userId="6f16baca-ba0e-4897-8473-fe8636b0c50d" providerId="ADAL" clId="{620A1062-78BB-4D52-A841-9895B3A7BFA4}" dt="2026-04-03T14:15:51.818" v="82" actId="2711"/>
          <ac:graphicFrameMkLst>
            <pc:docMk/>
            <pc:sldMk cId="2083452750" sldId="286"/>
            <ac:graphicFrameMk id="4" creationId="{D01E7996-5248-489A-75BA-5EEF394B0825}"/>
          </ac:graphicFrameMkLst>
        </pc:graphicFrameChg>
      </pc:sldChg>
      <pc:sldChg chg="modSp mod">
        <pc:chgData name="Herish Dina" userId="6f16baca-ba0e-4897-8473-fe8636b0c50d" providerId="ADAL" clId="{620A1062-78BB-4D52-A841-9895B3A7BFA4}" dt="2026-04-03T14:15:09.814" v="77" actId="1076"/>
        <pc:sldMkLst>
          <pc:docMk/>
          <pc:sldMk cId="3802226023" sldId="288"/>
        </pc:sldMkLst>
        <pc:spChg chg="mod">
          <ac:chgData name="Herish Dina" userId="6f16baca-ba0e-4897-8473-fe8636b0c50d" providerId="ADAL" clId="{620A1062-78BB-4D52-A841-9895B3A7BFA4}" dt="2026-04-03T14:15:06.793" v="76" actId="1076"/>
          <ac:spMkLst>
            <pc:docMk/>
            <pc:sldMk cId="3802226023" sldId="288"/>
            <ac:spMk id="5" creationId="{563BE435-F966-8C7A-5CC3-C5EF3C3F559F}"/>
          </ac:spMkLst>
        </pc:spChg>
        <pc:spChg chg="mod">
          <ac:chgData name="Herish Dina" userId="6f16baca-ba0e-4897-8473-fe8636b0c50d" providerId="ADAL" clId="{620A1062-78BB-4D52-A841-9895B3A7BFA4}" dt="2026-04-03T14:15:09.814" v="77" actId="1076"/>
          <ac:spMkLst>
            <pc:docMk/>
            <pc:sldMk cId="3802226023" sldId="288"/>
            <ac:spMk id="7" creationId="{C907EA27-AD3A-8FDC-DF10-271AA740729F}"/>
          </ac:spMkLst>
        </pc:spChg>
      </pc:sldChg>
      <pc:sldChg chg="modSp mod">
        <pc:chgData name="Herish Dina" userId="6f16baca-ba0e-4897-8473-fe8636b0c50d" providerId="ADAL" clId="{620A1062-78BB-4D52-A841-9895B3A7BFA4}" dt="2026-04-03T14:15:36.519" v="79" actId="2711"/>
        <pc:sldMkLst>
          <pc:docMk/>
          <pc:sldMk cId="226544220" sldId="291"/>
        </pc:sldMkLst>
        <pc:spChg chg="mod">
          <ac:chgData name="Herish Dina" userId="6f16baca-ba0e-4897-8473-fe8636b0c50d" providerId="ADAL" clId="{620A1062-78BB-4D52-A841-9895B3A7BFA4}" dt="2026-04-03T14:12:59.200" v="3" actId="2711"/>
          <ac:spMkLst>
            <pc:docMk/>
            <pc:sldMk cId="226544220" sldId="291"/>
            <ac:spMk id="2" creationId="{7FD6F7A6-0F5E-5F57-E9BF-C7A903797F64}"/>
          </ac:spMkLst>
        </pc:spChg>
        <pc:spChg chg="mod">
          <ac:chgData name="Herish Dina" userId="6f16baca-ba0e-4897-8473-fe8636b0c50d" providerId="ADAL" clId="{620A1062-78BB-4D52-A841-9895B3A7BFA4}" dt="2026-04-03T14:15:27.583" v="78" actId="2711"/>
          <ac:spMkLst>
            <pc:docMk/>
            <pc:sldMk cId="226544220" sldId="291"/>
            <ac:spMk id="4" creationId="{62D33774-2BE4-9F2C-4114-975BC51AB357}"/>
          </ac:spMkLst>
        </pc:spChg>
        <pc:spChg chg="mod">
          <ac:chgData name="Herish Dina" userId="6f16baca-ba0e-4897-8473-fe8636b0c50d" providerId="ADAL" clId="{620A1062-78BB-4D52-A841-9895B3A7BFA4}" dt="2026-04-03T14:15:36.519" v="79" actId="2711"/>
          <ac:spMkLst>
            <pc:docMk/>
            <pc:sldMk cId="226544220" sldId="291"/>
            <ac:spMk id="5" creationId="{AD430D4A-7A4B-BF9D-C833-3BED22168DEB}"/>
          </ac:spMkLst>
        </pc:spChg>
      </pc:sldChg>
      <pc:sldChg chg="modSp mod">
        <pc:chgData name="Herish Dina" userId="6f16baca-ba0e-4897-8473-fe8636b0c50d" providerId="ADAL" clId="{620A1062-78BB-4D52-A841-9895B3A7BFA4}" dt="2026-04-03T14:17:07.123" v="83" actId="255"/>
        <pc:sldMkLst>
          <pc:docMk/>
          <pc:sldMk cId="3279838953" sldId="295"/>
        </pc:sldMkLst>
        <pc:spChg chg="mod">
          <ac:chgData name="Herish Dina" userId="6f16baca-ba0e-4897-8473-fe8636b0c50d" providerId="ADAL" clId="{620A1062-78BB-4D52-A841-9895B3A7BFA4}" dt="2026-04-03T14:17:07.123" v="83" actId="255"/>
          <ac:spMkLst>
            <pc:docMk/>
            <pc:sldMk cId="3279838953" sldId="295"/>
            <ac:spMk id="2" creationId="{89179E7E-8D8B-C777-335C-E3633899CE88}"/>
          </ac:spMkLst>
        </pc:spChg>
      </pc:sldChg>
      <pc:sldChg chg="modSp mod">
        <pc:chgData name="Herish Dina" userId="6f16baca-ba0e-4897-8473-fe8636b0c50d" providerId="ADAL" clId="{620A1062-78BB-4D52-A841-9895B3A7BFA4}" dt="2026-04-03T14:17:39.664" v="87" actId="1076"/>
        <pc:sldMkLst>
          <pc:docMk/>
          <pc:sldMk cId="2890737725" sldId="297"/>
        </pc:sldMkLst>
        <pc:spChg chg="mod">
          <ac:chgData name="Herish Dina" userId="6f16baca-ba0e-4897-8473-fe8636b0c50d" providerId="ADAL" clId="{620A1062-78BB-4D52-A841-9895B3A7BFA4}" dt="2026-04-03T14:17:39.664" v="87" actId="1076"/>
          <ac:spMkLst>
            <pc:docMk/>
            <pc:sldMk cId="2890737725" sldId="297"/>
            <ac:spMk id="10" creationId="{0228BADE-D71E-2485-E74A-FF046EFBC90F}"/>
          </ac:spMkLst>
        </pc:spChg>
        <pc:spChg chg="mod">
          <ac:chgData name="Herish Dina" userId="6f16baca-ba0e-4897-8473-fe8636b0c50d" providerId="ADAL" clId="{620A1062-78BB-4D52-A841-9895B3A7BFA4}" dt="2026-04-03T14:17:24.025" v="85" actId="1076"/>
          <ac:spMkLst>
            <pc:docMk/>
            <pc:sldMk cId="2890737725" sldId="297"/>
            <ac:spMk id="14" creationId="{B1083B8A-DB3A-B765-6F26-D302D675D94D}"/>
          </ac:spMkLst>
        </pc:spChg>
        <pc:picChg chg="mod">
          <ac:chgData name="Herish Dina" userId="6f16baca-ba0e-4897-8473-fe8636b0c50d" providerId="ADAL" clId="{620A1062-78BB-4D52-A841-9895B3A7BFA4}" dt="2026-04-03T14:17:38.472" v="86" actId="1076"/>
          <ac:picMkLst>
            <pc:docMk/>
            <pc:sldMk cId="2890737725" sldId="297"/>
            <ac:picMk id="2" creationId="{E45A71A3-4D39-29FE-C355-59F12C891FEA}"/>
          </ac:picMkLst>
        </pc:picChg>
      </pc:sldChg>
    </pc:docChg>
  </pc:docChgLst>
</pc:chgInfo>
</file>

<file path=ppt/comments/modernComment_12A_53FC93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408996A-5D17-CD4C-9CB3-23937B20523E}" authorId="{2F05CA7B-B7E3-BFEC-E8B1-5F95BE5DEF0C}" created="2026-04-03T09:57:49.24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09061632" sldId="298"/>
      <ac:picMk id="1026" creationId="{5710107B-369D-D87C-7F48-91BDE4A40118}"/>
    </ac:deMkLst>
    <p188:txBody>
      <a:bodyPr/>
      <a:lstStyle/>
      <a:p>
        <a:r>
          <a:rPr lang="en-US"/>
          <a:t>Replace it with our drone picture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097AE6-E46A-4EAA-A756-C6D2FBABD0AC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81CEB5-8423-47E3-8849-653873E14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08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00B52E-6405-53BF-8AA3-B05F05DD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C25330-476E-3215-AB0B-8071BCAEE7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3CFA3-729B-F944-0417-FFCEABC2A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99E223-A617-30F7-A236-B9218CFB7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96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DC9CF-64FE-357F-9B1B-CC9F28997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C6A4C5-333B-24B9-07ED-F7A2A2B86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A5F6E3-0D1E-333A-9473-E305D2F8C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4D2CE-321E-DC96-7892-6B9AD0B21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58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13EE1-10F4-B763-0412-A333599E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6D97E-28B7-61C6-3A9A-B332D0502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61FAB1-E5B3-EED4-FA70-433EFAC9E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0AF1B-15C3-CDC0-2624-0C256A0B14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7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ECAD-9A97-3703-F5AF-14BE79CFA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5869E-A890-9785-1B2D-EF1C1AC76C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C8BE9-992D-F47F-B8AF-BAF13CED51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04CED-A734-B545-1C17-8908D86411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498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F3B2B-3D2A-E94A-29F7-0CDE79426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2AFFFF-87E3-34F1-B853-B02632B9D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7D384-7F33-2347-2926-DA6E13579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3790E-9577-E11C-71C1-D64356CE8C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22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D762F-BFCF-801F-96C2-84084FDA3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9AFE0-4A9F-8D3A-3D02-FEA8BA323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CDEF67-C7C2-C905-3851-999C2C46E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9EA8A-0224-E937-87BB-AEF493F24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31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8821D-7AF0-DB0F-83DA-F44969C48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B8D03-24FC-CC7C-F96B-4821DFF22D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0B70C2-34A7-2B24-A113-4A42FE1F4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9FD57-492B-2FA0-924C-225B70C350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719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59BA6-4D1B-A92B-C03C-2C6FF7172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56064-B6BC-5025-4341-4188C262A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CCCBA-80A2-5349-187A-B97112C77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1646F-BED0-4236-9A4C-9FAC2440B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75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9EA1F-F619-1B03-2713-C6DE4BF6C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FE5AC7-B29D-CB18-9DF5-69394EB943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71BAE-F232-0108-1DFD-6DE0CF07D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/>
              <a:t>To find the most practical SWATH setting, we aimed to balance mission efficiency and coverage conservativeness, then swept spacing values and computed an equal-weight normalized objective from spacing and total distance; this figure is the resulting tradeoff curve, where the highlighted minimum is the compromise point used as the recommended operating setting.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71FA6-161C-053F-ACCC-2F87008357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88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FDC71-8BE3-B7C1-BA5F-63DD2DB57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9C7B2-05BE-53A7-4839-724FE07BF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ABC63-7BDA-F95E-5EA1-86D952937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FD1FE8-D5D3-C5B9-87CD-7C4C69907D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0637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8035-E8EF-B0E6-5421-53AF4657F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D174F-51C7-A829-A1B3-982A7329A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7E1E72-E570-1188-9A55-9D7E145BED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E7E7F-5C67-3F10-4AD6-125841B2B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60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FCF1A-12AA-8EBF-C1F2-031ADC13D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EB88E-2E43-05B2-9345-9BB688723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7F58EB-72EC-0B4E-2765-4FDD70FC5D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D8FCD-3E64-845C-08BF-16E22B99C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35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E1721-DF46-3981-16D6-6FF81BC56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F5106-C1C5-3861-751D-F2AE3172D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CF80F-6375-E9A2-9867-F4C011262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A8E8F1-83A8-22EC-4FB1-FCD08B8ED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81CEB5-8423-47E3-8849-653873E140F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74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A003-4FAF-A35F-11F1-9380B728EB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577116-C171-328C-46D2-94218DC17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CC9CF-6B80-25B1-1526-D6F31C4F8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5000E-7EA5-059F-AD05-F6B60ECF9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C2291-51B3-3FED-F97F-360F0932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17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8665C-1232-AADA-6A34-7E701B584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E63AE-E077-8160-E73C-329E862F2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0081E2"/>
              </a:buClr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>
              <a:buClr>
                <a:srgbClr val="0081E2"/>
              </a:buClr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buClr>
                <a:srgbClr val="0081E2"/>
              </a:buClr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buClr>
                <a:srgbClr val="0081E2"/>
              </a:buClr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buClr>
                <a:srgbClr val="0081E2"/>
              </a:buClr>
              <a:buFont typeface="Wingdings" panose="05000000000000000000" pitchFamily="2" charset="2"/>
              <a:buChar char="q"/>
              <a:defRPr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309E9-288F-485E-A171-2B3987E5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30CC8-5AB0-D4AF-8737-A7EFB5D58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8BD11-ABCB-CCD6-556B-D810AA81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39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FD36-48C1-B92C-D154-68B54A0A2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19D78-EE13-0208-ED08-63C3CF6C5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91A44-3EE6-0DFB-61CE-4241659E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CF7E7-0E0E-77D3-E8D7-63878BB3C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0DB63-ED72-5199-B46B-6DD19D4D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04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E704-2A62-6174-7023-5C9483C05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8B62-3DA3-0119-A693-CFD5DDB07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67984C-A86E-71D8-03C9-BCEBA6577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DCD7C-B7A6-9017-E45D-D65249159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F752D-05DF-BB79-662C-7E1EED24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7603D-B510-F466-296F-E534CC5B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4444-5B6C-31CD-8B96-AFAE5CE0C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E1BF18-1DEA-AD5D-3A37-B14DC7747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FE673-371A-963C-5364-9FC69223A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3FDB1-B511-D387-3019-A64E00989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2B0A78-EBE7-FE9F-30D9-D6CEFF5A6C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4668F6-F7A6-2D9D-6F64-B8BF3DB65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65B48C3-292C-E891-1ECB-A3953C745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FC337-1543-39AB-B90D-731C6BF35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23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9876A-D647-E42A-4875-0A105A88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1571A-E12B-D341-4E61-8EB8C350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ADE25-D589-D252-DE25-DF02D1683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41061-BFDB-0D60-3BFA-4682A87F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99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C76A2E-7EA6-0B58-9D72-D6D3AF3E2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58AC6-0E99-AAD3-B732-E44448C19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8DAA8-61FA-A024-2949-5698CCB6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EA47-CC4C-174D-D389-C34A7C653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8C482-BF4D-1067-7D30-2092B0491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42835-A35A-B2B6-37D0-DB8EB4C3E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F4A2E-F82F-F022-5297-7A3D2D98F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A4408-7C10-4596-D10E-4CCC41B5A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1A335B-5F7F-F9C5-08A9-6E21BAA35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141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F1F6-408A-3F1F-A93B-D884BFBD5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0D40DE-6F89-113A-85AD-4718D2ABA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52BBE-4736-081C-E815-83564272D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7F60A-EBB7-A8FF-F22F-F26A3F0C1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BD31D-EF6D-FF31-2303-A644186CC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03873-FD5E-CC55-1FF8-3CCC46F8A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33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3C59-5DC7-46CC-EAE3-1DE711F8D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E37B3-8B2F-28AC-D767-19B828524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3B45-35B4-D650-D2AD-45636FBF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51ACD-EDB2-0B06-0AB5-D89F1444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8200B-6614-9712-C71A-604ABB67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28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16B439-3CD4-F1E7-2BC7-C1B5F90124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D9DD0B-3D1B-1081-2020-E5EAE39DA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77640-8A19-32F5-1308-A508ECE7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88C70-5771-9AE1-93B3-ED0AA3AE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3241B-7312-FA7D-E567-CDF18A27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095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CA58EB-4AE6-6332-17DA-519CA176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0E972-55C9-30B3-EEDD-F0DEB6BA7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69D94-EE16-1EE5-56FF-ECAFD20F6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EEB342-711C-4A85-A55E-1F351C663014}" type="datetimeFigureOut">
              <a:rPr lang="en-US" smtClean="0"/>
              <a:t>4/3/26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1BD86-3DD0-750F-7BDD-34E6EB4345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33FED-435A-66C6-C89D-23805FE0A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C5631-D69B-4255-87F1-8809AC9AD2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476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A_53FC930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4BA15-0330-E4C0-9605-AA96259F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7CB21-CB77-AD39-0CB7-B31FD9EA6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3E649B3-71CA-E523-D584-691B4B0775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5EAEBF-2AEB-7CA6-5EA4-973F1ACFF0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667AD"/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009518-376D-EB95-D576-9AF0DF9325C7}"/>
              </a:ext>
            </a:extLst>
          </p:cNvPr>
          <p:cNvSpPr txBox="1"/>
          <p:nvPr/>
        </p:nvSpPr>
        <p:spPr>
          <a:xfrm>
            <a:off x="2196921" y="1420758"/>
            <a:ext cx="178587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80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: 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94382F8-4281-842E-9E45-8C4ED60C7148}"/>
              </a:ext>
            </a:extLst>
          </p:cNvPr>
          <p:cNvSpPr txBox="1"/>
          <p:nvPr/>
        </p:nvSpPr>
        <p:spPr>
          <a:xfrm>
            <a:off x="2126624" y="2744197"/>
            <a:ext cx="7938752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 err="1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BlueCo</a:t>
            </a:r>
            <a:r>
              <a:rPr kumimoji="1" lang="en-US" altLang="zh-CN" dirty="0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 ran into a progress and needs to respect. We’re just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collecting some</a:t>
            </a:r>
            <a:r>
              <a:rPr kumimoji="1" lang="zh-CN" altLang="en-US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applause info, and then we‘ll respect for </a:t>
            </a:r>
            <a:r>
              <a:rPr kumimoji="1" lang="en-US" altLang="zh-CN" dirty="0" err="1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BlueCo</a:t>
            </a:r>
            <a:r>
              <a:rPr kumimoji="1" lang="en-US" altLang="zh-CN" dirty="0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. (100% complete)</a:t>
            </a:r>
          </a:p>
          <a:p>
            <a:pPr>
              <a:lnSpc>
                <a:spcPct val="150000"/>
              </a:lnSpc>
            </a:pPr>
            <a:endParaRPr kumimoji="1" lang="en-US" altLang="zh-CN" sz="500" dirty="0">
              <a:solidFill>
                <a:schemeClr val="bg1"/>
              </a:solidFill>
              <a:latin typeface="Microsoft New Tai Lue" panose="020B0502040204020203" pitchFamily="34" charset="0"/>
              <a:ea typeface="Microsoft Yi Baiti" panose="03000500000000000000" pitchFamily="66" charset="0"/>
              <a:cs typeface="Microsoft New Tai Lue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900" dirty="0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If you‘d like to know more, you can search online later for this project: https://</a:t>
            </a:r>
            <a:r>
              <a:rPr kumimoji="1" lang="en-US" altLang="zh-CN" sz="900" dirty="0" err="1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github.com</a:t>
            </a:r>
            <a:r>
              <a:rPr kumimoji="1" lang="en-US" altLang="zh-CN" sz="900" dirty="0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/</a:t>
            </a:r>
            <a:r>
              <a:rPr kumimoji="1" lang="en-US" altLang="zh-CN" sz="900" dirty="0" err="1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ChuanXiiiiii</a:t>
            </a:r>
            <a:r>
              <a:rPr kumimoji="1" lang="en-US" altLang="zh-CN" sz="900" dirty="0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/Group-Project-in-Aerial-Robotics</a:t>
            </a:r>
            <a:r>
              <a:rPr kumimoji="1" lang="en-US" altLang="zh-CN" sz="1200" dirty="0">
                <a:solidFill>
                  <a:schemeClr val="bg1"/>
                </a:solidFill>
                <a:latin typeface="Microsoft New Tai Lue" panose="020B0502040204020203" pitchFamily="34" charset="0"/>
                <a:ea typeface="Microsoft Yi Baiti" panose="03000500000000000000" pitchFamily="66" charset="0"/>
                <a:cs typeface="Microsoft New Tai Lue" panose="020B0502040204020203" pitchFamily="34" charset="0"/>
              </a:rPr>
              <a:t>/</a:t>
            </a:r>
            <a:endParaRPr kumimoji="1" lang="zh-CN" altLang="en-US" sz="1200" dirty="0">
              <a:solidFill>
                <a:schemeClr val="bg1"/>
              </a:solidFill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162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5D6B9-677E-ECB8-ED8C-0E1FC0D2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13722-7C86-687C-0FFA-2BD4C3236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88" y="0"/>
            <a:ext cx="10515600" cy="1325563"/>
          </a:xfrm>
        </p:spPr>
        <p:txBody>
          <a:bodyPr/>
          <a:lstStyle/>
          <a:p>
            <a:r>
              <a:rPr lang="en" altLang="zh-CN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Mission Safety &amp; Search Strategy</a:t>
            </a:r>
            <a:endParaRPr lang="en-US" dirty="0">
              <a:solidFill>
                <a:srgbClr val="0081E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F03A5-3A38-53D9-3C72-0C0D0E58B7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289" y="1375457"/>
            <a:ext cx="5743520" cy="5039411"/>
          </a:xfrm>
        </p:spPr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Geographic Boundaries (R01, R02, R03):</a:t>
            </a:r>
          </a:p>
          <a:p>
            <a:pPr lvl="0" fontAlgn="base"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The system imports KML geometry for flight area inclusion and SSSI (Site of Special Scientific Interest) exclusion zones during the </a:t>
            </a:r>
            <a:r>
              <a:rPr lang="zh-CN" altLang="zh-CN" sz="1800" dirty="0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PRE-AUTO CHECK</a:t>
            </a: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 fontAlgn="base"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The state machine verifies that the drone arms and takes off within the defined tolerance of the Take-Off Location (TOL).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fontAlgn="base">
              <a:spcAft>
                <a:spcPct val="0"/>
              </a:spcAft>
              <a:buFont typeface="Wingdings" pitchFamily="2" charset="2"/>
              <a:buChar char="ü"/>
            </a:pPr>
            <a:endParaRPr lang="zh-CN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Altitude &amp; Systematic Search (R04, R05):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zh-CN" altLang="zh-CN" sz="1800" dirty="0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PRE-AUTO CHECK</a:t>
            </a:r>
            <a:r>
              <a:rPr lang="zh-CN" altLang="zh-CN" sz="18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panel monitors the altitude to ensure it stays within the prescribed search tolerance (maximum 50m above TOL).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The system executes a "lawnmower" search pattern to systematically scan the area for items of interest.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The Computer Vision (CV) pipeline identifies casualties and equipment using a trained YOLO model.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zh-CN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Dynamic Mission Re-planning (R06):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Upon Personal Locator Beacon (PLB) activation, the system transitions to a REPLAN state.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The operator can dynamically load a new KML for a Focused Search Area, and the system generates a tighter lawnmower pattern for localized investigation.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3C1EA62-BC72-AFB0-D984-648B8DDB6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601" y="1375458"/>
            <a:ext cx="6319399" cy="488466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21739E6-C5CB-EA9B-D875-F23759FA30D1}"/>
              </a:ext>
            </a:extLst>
          </p:cNvPr>
          <p:cNvSpPr/>
          <p:nvPr/>
        </p:nvSpPr>
        <p:spPr>
          <a:xfrm>
            <a:off x="5872601" y="1575580"/>
            <a:ext cx="6319399" cy="1927275"/>
          </a:xfrm>
          <a:prstGeom prst="rect">
            <a:avLst/>
          </a:prstGeom>
          <a:solidFill>
            <a:schemeClr val="accent1">
              <a:lumMod val="40000"/>
              <a:lumOff val="6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9528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67450-EAD7-94EC-79BF-785AB2B69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09FC9-1818-1058-6403-BCD9C3551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288" y="0"/>
            <a:ext cx="10515600" cy="1325563"/>
          </a:xfrm>
        </p:spPr>
        <p:txBody>
          <a:bodyPr/>
          <a:lstStyle/>
          <a:p>
            <a:r>
              <a:rPr lang="en" altLang="zh-CN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Mission Safety &amp; Search Strategy</a:t>
            </a:r>
            <a:endParaRPr lang="en-US" dirty="0">
              <a:solidFill>
                <a:srgbClr val="0081E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2CD3-6608-353C-D8D4-A6C7EF1F8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3289" y="1375457"/>
            <a:ext cx="5743520" cy="5292629"/>
          </a:xfrm>
        </p:spPr>
        <p:txBody>
          <a:bodyPr>
            <a:normAutofit fontScale="850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Precision Delivery &amp; Relaunch (R07):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The operator reviews CV detections and selects a landing point on an interactive map.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A 7.5m red circle is displayed on the GUI to ensure the landing point remains within the required 5–10m safety distance from the casualty.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After the manual payload release, the drone re-arms and climbs to search altitude before returning to the TOL.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endParaRPr lang="zh-CN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Safety Architecture &amp; Failsafes (R08, R10):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Hardware Priority: ArduPilot gives the RC transmitter unconditional priority; no software command can override physical pilot input.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Human-in-the-Loop: A </a:t>
            </a:r>
            <a:r>
              <a:rPr lang="zh-CN" altLang="zh-CN" sz="1800" dirty="0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GUIDED Gate</a:t>
            </a:r>
            <a:r>
              <a:rPr lang="zh-CN" altLang="zh-CN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prevents the state machine from entering an autonomous mode unless the pilot physically sets the RC switch to the "GUIDED" position.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The system includes a </a:t>
            </a:r>
            <a:r>
              <a:rPr lang="zh-CN" altLang="zh-CN" sz="1800" dirty="0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SAFE RTL</a:t>
            </a: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 phase that uses saved launch coordinates to bypass ArduPilot’s internal home-point updates.</a:t>
            </a:r>
            <a:endParaRPr lang="en-US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endParaRPr lang="zh-CN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29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Reporting &amp; Delivery (R09, R11):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Confirmed detections generate a reporting card on the GUI featuring geotagged images and GPS coordinates.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ü"/>
            </a:pPr>
            <a:r>
              <a:rPr lang="zh-CN" altLang="zh-CN" sz="1800" dirty="0">
                <a:latin typeface="Calibri" panose="020F0502020204030204" pitchFamily="34" charset="0"/>
                <a:cs typeface="Calibri" panose="020F0502020204030204" pitchFamily="34" charset="0"/>
              </a:rPr>
              <a:t>All project software is managed and delivered via a public GitHub repository.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zh-CN" altLang="zh-C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709F94B-E092-80B3-1603-CB3DE4F1C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2601" y="1375458"/>
            <a:ext cx="6319399" cy="488466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EE58710-1183-2318-BEBC-5C66A56894EC}"/>
              </a:ext>
            </a:extLst>
          </p:cNvPr>
          <p:cNvSpPr/>
          <p:nvPr/>
        </p:nvSpPr>
        <p:spPr>
          <a:xfrm>
            <a:off x="5872600" y="3457136"/>
            <a:ext cx="6319399" cy="2802987"/>
          </a:xfrm>
          <a:prstGeom prst="rect">
            <a:avLst/>
          </a:prstGeom>
          <a:solidFill>
            <a:schemeClr val="accent1">
              <a:lumMod val="40000"/>
              <a:lumOff val="6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5470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57180-071D-AC73-B9CF-59BF7ACA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75C06-C077-477F-C945-D9D2B673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Planning Contribution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DF4E58-A434-B776-EF4D-0A73B9EE49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10602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Key </a:t>
            </a:r>
            <a:r>
              <a:rPr lang="en-US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Innovation: Introduce a modular 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  <a:latin typeface="Calibri Light" panose="020F0302020204030204" pitchFamily="34" charset="0"/>
                <a:cs typeface="Calibri Light" panose="020F0302020204030204" pitchFamily="34" charset="0"/>
              </a:rPr>
              <a:t>PATH_PLANNER</a:t>
            </a:r>
            <a:r>
              <a:rPr lang="en-US" altLang="zh-CN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sub-module.</a:t>
            </a:r>
          </a:p>
          <a:p>
            <a:pPr>
              <a:buFont typeface="Wingdings" pitchFamily="2" charset="2"/>
              <a:buChar char="ü"/>
            </a:pPr>
            <a:endParaRPr lang="en" altLang="zh-CN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en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Simulation, comparison and detailed data test on 2 path planning algorithms</a:t>
            </a:r>
          </a:p>
          <a:p>
            <a:pPr>
              <a:buFont typeface="Wingdings" pitchFamily="2" charset="2"/>
              <a:buChar char="ü"/>
            </a:pPr>
            <a:r>
              <a:rPr lang="en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 ”Plug-and-Play” path planning module</a:t>
            </a:r>
          </a:p>
          <a:p>
            <a:pPr>
              <a:buFont typeface="Wingdings" pitchFamily="2" charset="2"/>
              <a:buChar char="ü"/>
            </a:pPr>
            <a:r>
              <a:rPr lang="en-US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2 path planning</a:t>
            </a:r>
            <a:r>
              <a:rPr lang="zh-CN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algorithms swapping – </a:t>
            </a:r>
            <a:r>
              <a:rPr lang="en" altLang="zh-C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lawnmover</a:t>
            </a:r>
            <a:r>
              <a:rPr lang="en" altLang="zh-CN" sz="2000" dirty="0">
                <a:latin typeface="Calibri" panose="020F0502020204030204" pitchFamily="34" charset="0"/>
                <a:cs typeface="Calibri" panose="020F0502020204030204" pitchFamily="34" charset="0"/>
              </a:rPr>
              <a:t> &amp; perimeter spiral</a:t>
            </a:r>
          </a:p>
          <a:p>
            <a:pPr>
              <a:buFont typeface="Wingdings" pitchFamily="2" charset="2"/>
              <a:buChar char="ü"/>
            </a:pPr>
            <a:endParaRPr lang="en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itchFamily="2" charset="2"/>
              <a:buChar char="ü"/>
            </a:pPr>
            <a:endParaRPr lang="en-US" alt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1E2"/>
              </a:buClr>
              <a:buFont typeface="Wingdings" panose="05000000000000000000" pitchFamily="2" charset="2"/>
              <a:buChar char="q"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Enhances system flexibility and efficiency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418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2D5F7-9A8A-948A-0A5C-4600D7B2C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53C51B-61A2-3F58-4422-7FFFBBB4C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586609"/>
            <a:ext cx="3455821" cy="5801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</a:p>
        </p:txBody>
      </p:sp>
      <p:pic>
        <p:nvPicPr>
          <p:cNvPr id="1028" name="图片 1027">
            <a:extLst>
              <a:ext uri="{FF2B5EF4-FFF2-40B4-BE49-F238E27FC236}">
                <a16:creationId xmlns:a16="http://schemas.microsoft.com/office/drawing/2014/main" id="{8749C41B-A215-BCE9-8866-195E141604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88" y="1115936"/>
            <a:ext cx="9342024" cy="5310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0616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B4997-14AC-BB5B-0B2D-40303FDC6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CA7EF-3574-E3BC-6590-136E9377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Planning Algorithms – </a:t>
            </a:r>
            <a:r>
              <a:rPr lang="en-US" dirty="0" err="1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Lawnmover</a:t>
            </a:r>
            <a:r>
              <a:rPr 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A1D894CB-8C3F-3E07-A564-DA8A6F13C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17075"/>
            <a:ext cx="5257800" cy="3501467"/>
          </a:xfrm>
        </p:spPr>
        <p:txBody>
          <a:bodyPr/>
          <a:lstStyle/>
          <a:p>
            <a:pPr marL="0" indent="0">
              <a:buNone/>
            </a:pPr>
            <a:r>
              <a:rPr lang="en" altLang="zh-CN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Core Idea: </a:t>
            </a:r>
          </a:p>
          <a:p>
            <a:pPr marL="0" indent="0">
              <a:buNone/>
            </a:pPr>
            <a:endParaRPr lang="en" altLang="zh-CN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" altLang="zh-CN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Prioritise</a:t>
            </a:r>
            <a:r>
              <a:rPr lang="en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Coverage Completeness</a:t>
            </a:r>
          </a:p>
          <a:p>
            <a:pPr marL="0" indent="0">
              <a:buNone/>
            </a:pPr>
            <a:r>
              <a:rPr lang="en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+ </a:t>
            </a:r>
          </a:p>
          <a:p>
            <a:pPr marL="0" indent="0">
              <a:buNone/>
            </a:pPr>
            <a:r>
              <a:rPr lang="en" altLang="zh-CN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Regularised</a:t>
            </a:r>
            <a:r>
              <a:rPr lang="en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Scanning</a:t>
            </a:r>
          </a:p>
          <a:p>
            <a:pPr marL="0" indent="0">
              <a:buNone/>
            </a:pPr>
            <a:r>
              <a:rPr lang="en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+ </a:t>
            </a:r>
          </a:p>
          <a:p>
            <a:pPr marL="0" indent="0">
              <a:buNone/>
            </a:pPr>
            <a:r>
              <a:rPr lang="en" altLang="zh-CN" sz="24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Minimise</a:t>
            </a:r>
            <a:r>
              <a:rPr lang="en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Transition Costs</a:t>
            </a:r>
            <a:endParaRPr lang="zh-CN" alt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94E6CA4-5F19-1A6C-0350-388D7A40D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1675444"/>
            <a:ext cx="4183966" cy="398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640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85ED5-64EE-09EF-B172-DEC0B8725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007C5-2CC1-6DCF-7314-227A18D0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Planning Algorithms – Perimeter</a:t>
            </a:r>
            <a:r>
              <a:rPr lang="zh-CN" alt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Spiral</a:t>
            </a:r>
            <a:endParaRPr lang="en-US" dirty="0">
              <a:solidFill>
                <a:srgbClr val="0081E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82CFFC86-37BB-4B6C-4FEE-E05364B85C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17075"/>
            <a:ext cx="5257800" cy="3501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Core Idea: </a:t>
            </a:r>
          </a:p>
          <a:p>
            <a:pPr marL="0" indent="0">
              <a:buNone/>
            </a:pPr>
            <a:endParaRPr lang="en" altLang="zh-CN" dirty="0">
              <a:solidFill>
                <a:srgbClr val="0070C0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Outer-to-inner rings</a:t>
            </a:r>
          </a:p>
          <a:p>
            <a:pPr marL="0" indent="0">
              <a:buNone/>
            </a:pPr>
            <a:r>
              <a:rPr lang="zh-CN" alt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+</a:t>
            </a:r>
            <a:endParaRPr lang="en" altLang="zh-CN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buNone/>
            </a:pPr>
            <a:r>
              <a:rPr lang="en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Swath-based inward offset</a:t>
            </a:r>
          </a:p>
          <a:p>
            <a:pPr marL="0" indent="0">
              <a:buNone/>
            </a:pPr>
            <a:r>
              <a:rPr lang="zh-CN" alt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+</a:t>
            </a:r>
          </a:p>
          <a:p>
            <a:pPr marL="0" indent="0">
              <a:buNone/>
            </a:pPr>
            <a:r>
              <a:rPr lang="en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Perimeter lap repetition</a:t>
            </a:r>
            <a:endParaRPr lang="zh-CN" alt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AFFD4C-175C-7652-3FB5-C2AB195ED5E2}"/>
              </a:ext>
            </a:extLst>
          </p:cNvPr>
          <p:cNvSpPr txBox="1"/>
          <p:nvPr/>
        </p:nvSpPr>
        <p:spPr>
          <a:xfrm>
            <a:off x="838200" y="5644929"/>
            <a:ext cx="52884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2000" dirty="0">
                <a:solidFill>
                  <a:srgbClr val="0070C0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Compared with lawnmower, </a:t>
            </a:r>
            <a:r>
              <a:rPr lang="en" altLang="zh-CN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it usually has fewer sharp back-and-forth turns, but path efficiency depends strongly on polygon shape.</a:t>
            </a:r>
            <a:endParaRPr lang="zh-CN" altLang="en-U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B53700-57D3-9D9B-E356-0A041E141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670" y="1439458"/>
            <a:ext cx="5288469" cy="5340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402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83FE-B55D-1CCC-7D6B-383572B1C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989E3-A213-D0AA-1E4F-1CFB253A2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</a:t>
            </a:r>
            <a:r>
              <a:rPr lang="zh-CN" alt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zh-CN" alt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zh-CN" alt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Planning Algorithms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4DC6AFE-9CF8-A1D7-E48E-2880108668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53331"/>
            <a:ext cx="7124114" cy="4351338"/>
          </a:xfrm>
        </p:spPr>
        <p:txBody>
          <a:bodyPr/>
          <a:lstStyle/>
          <a:p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Use Spacing = 20.0</a:t>
            </a:r>
            <a:r>
              <a:rPr lang="zh-CN" alt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m as example,</a:t>
            </a:r>
            <a:endParaRPr lang="zh-CN" alt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2D9BD4B-6360-570C-8650-4FD9AE0C8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605952"/>
            <a:ext cx="8516815" cy="372610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BE004AB-C648-F422-C8D5-DC738AB6C1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9908" y="5078436"/>
            <a:ext cx="4592091" cy="177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25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68CC-E85B-CB68-8AC6-5C3414201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BEF3F-8D69-5E8E-DB7A-6FBE3202B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81E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Path Planning Simulation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CCD905-AB61-9A04-9E95-F77388811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" y="1690688"/>
            <a:ext cx="5733596" cy="350051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566C72C-4217-6ED1-8D97-622629E39D88}"/>
              </a:ext>
            </a:extLst>
          </p:cNvPr>
          <p:cNvSpPr txBox="1"/>
          <p:nvPr/>
        </p:nvSpPr>
        <p:spPr>
          <a:xfrm>
            <a:off x="2208714" y="5326136"/>
            <a:ext cx="2245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Distance vs. Spacing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4D6DD4B-4E1F-3560-B4E1-F7F24D476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416" y="1690688"/>
            <a:ext cx="5733596" cy="348048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091BADC-717A-4D87-80FD-16CEB1AA2E92}"/>
              </a:ext>
            </a:extLst>
          </p:cNvPr>
          <p:cNvSpPr txBox="1"/>
          <p:nvPr/>
        </p:nvSpPr>
        <p:spPr>
          <a:xfrm>
            <a:off x="7942310" y="5326136"/>
            <a:ext cx="2494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Distance vs. Waypoints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7040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2627C-B060-B202-D889-57343436C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3897-9985-3809-3E6F-D4C9BA2E5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Compromise Point: Spacing Selection</a:t>
            </a:r>
            <a:endParaRPr lang="en-US" dirty="0">
              <a:solidFill>
                <a:srgbClr val="0081E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94BD18E-95F7-5E34-103A-73998356E74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825625"/>
                <a:ext cx="5407855" cy="4351338"/>
              </a:xfrm>
            </p:spPr>
            <p:txBody>
              <a:bodyPr>
                <a:normAutofit/>
              </a:bodyPr>
              <a:lstStyle/>
              <a:p>
                <a:r>
                  <a:rPr lang="en" altLang="zh-CN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Equal-weight tradeoff between spacing and flight distance</a:t>
                </a:r>
                <a:r>
                  <a:rPr lang="en-US" altLang="zh-CN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𝑠𝑐𝑜𝑟𝑒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=0.5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𝑛𝑜𝑟𝑚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𝑠𝑝𝑎𝑐𝑖𝑛𝑔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                 0.5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𝑛𝑜𝑟𝑚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𝑑𝑖𝑠𝑡𝑎𝑛𝑐𝑒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)</m:t>
                    </m:r>
                  </m:oMath>
                </a14:m>
                <a:endParaRPr lang="en-US" altLang="zh-CN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endParaRPr lang="en-US" altLang="zh-CN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r>
                  <a:rPr lang="en-US" altLang="zh-CN" sz="24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Result</a:t>
                </a:r>
                <a:r>
                  <a:rPr lang="en-US" altLang="zh-CN" sz="2400" dirty="0">
                    <a:latin typeface="Calibri Light" panose="020F0302020204030204" pitchFamily="34" charset="0"/>
                    <a:cs typeface="Calibri Light" panose="020F0302020204030204" pitchFamily="34" charset="0"/>
                    <a:sym typeface="Wingdings" pitchFamily="2" charset="2"/>
                  </a:rPr>
                  <a:t>: </a:t>
                </a:r>
                <a:r>
                  <a:rPr lang="en-US" altLang="zh-CN" sz="2000" dirty="0">
                    <a:latin typeface="Calibri Light" panose="020F0302020204030204" pitchFamily="34" charset="0"/>
                    <a:cs typeface="Calibri Light" panose="020F0302020204030204" pitchFamily="34" charset="0"/>
                    <a:sym typeface="Wingdings" pitchFamily="2" charset="2"/>
                  </a:rPr>
                  <a:t>*at the compromise point</a:t>
                </a:r>
                <a:endParaRPr lang="en-US" altLang="zh-CN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endParaRPr lang="zh-CN" altLang="en-US" sz="240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94BD18E-95F7-5E34-103A-73998356E7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825625"/>
                <a:ext cx="5407855" cy="4351338"/>
              </a:xfrm>
              <a:blipFill>
                <a:blip r:embed="rId3"/>
                <a:stretch>
                  <a:fillRect l="-1402" t="-17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4181EE54-B312-D82B-1D36-7EF0B45C2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170" y="1293791"/>
            <a:ext cx="5560016" cy="5564209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B44DD46-F9F9-AE0E-DA89-F05A1F8C3C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503919"/>
              </p:ext>
            </p:extLst>
          </p:nvPr>
        </p:nvGraphicFramePr>
        <p:xfrm>
          <a:off x="895177" y="4462711"/>
          <a:ext cx="5560016" cy="1714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0004">
                  <a:extLst>
                    <a:ext uri="{9D8B030D-6E8A-4147-A177-3AD203B41FA5}">
                      <a16:colId xmlns:a16="http://schemas.microsoft.com/office/drawing/2014/main" val="332428776"/>
                    </a:ext>
                  </a:extLst>
                </a:gridCol>
                <a:gridCol w="1390004">
                  <a:extLst>
                    <a:ext uri="{9D8B030D-6E8A-4147-A177-3AD203B41FA5}">
                      <a16:colId xmlns:a16="http://schemas.microsoft.com/office/drawing/2014/main" val="2261522073"/>
                    </a:ext>
                  </a:extLst>
                </a:gridCol>
                <a:gridCol w="1390004">
                  <a:extLst>
                    <a:ext uri="{9D8B030D-6E8A-4147-A177-3AD203B41FA5}">
                      <a16:colId xmlns:a16="http://schemas.microsoft.com/office/drawing/2014/main" val="1047095189"/>
                    </a:ext>
                  </a:extLst>
                </a:gridCol>
                <a:gridCol w="1390004">
                  <a:extLst>
                    <a:ext uri="{9D8B030D-6E8A-4147-A177-3AD203B41FA5}">
                      <a16:colId xmlns:a16="http://schemas.microsoft.com/office/drawing/2014/main" val="2398433961"/>
                    </a:ext>
                  </a:extLst>
                </a:gridCol>
              </a:tblGrid>
              <a:tr h="53708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Algorithm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Spacing(m)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Distance(m)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Waypoints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188759"/>
                  </a:ext>
                </a:extLst>
              </a:tr>
              <a:tr h="53708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Lawnmover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15.7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1079.8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24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234393"/>
                  </a:ext>
                </a:extLst>
              </a:tr>
              <a:tr h="611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Perimeter spiral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13.9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913.1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3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6813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DD3F8-345E-C587-729C-F13F47FC5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659B-FB93-B3F7-6475-E4FA1F30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12"/>
            <a:ext cx="10515600" cy="1325563"/>
          </a:xfrm>
        </p:spPr>
        <p:txBody>
          <a:bodyPr/>
          <a:lstStyle/>
          <a:p>
            <a:r>
              <a:rPr lang="en" altLang="zh-CN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Knee Point + 4th Derivative Peak</a:t>
            </a:r>
            <a:endParaRPr lang="en-US" dirty="0">
              <a:solidFill>
                <a:srgbClr val="0081E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9CEA38F-812E-6481-81BD-56BDF68311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8539" y="1389527"/>
            <a:ext cx="5407855" cy="4351338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solidFill>
                  <a:srgbClr val="0081E2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Wingdings" pitchFamily="2" charset="2"/>
              </a:rPr>
              <a:t>Knee</a:t>
            </a:r>
            <a:r>
              <a:rPr lang="zh-CN" altLang="en-US" sz="2400" dirty="0">
                <a:solidFill>
                  <a:srgbClr val="0081E2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Wingdings" pitchFamily="2" charset="2"/>
              </a:rPr>
              <a:t> </a:t>
            </a:r>
            <a:r>
              <a:rPr lang="en-US" altLang="zh-CN" sz="2400" dirty="0">
                <a:solidFill>
                  <a:srgbClr val="0081E2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Wingdings" pitchFamily="2" charset="2"/>
              </a:rPr>
              <a:t>point </a:t>
            </a:r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  <a:sym typeface="Wingdings" pitchFamily="2" charset="2"/>
              </a:rPr>
              <a:t>indicates where marginal benefit starts to diminish (&gt;37.5m in spiral and &gt;32.8m in </a:t>
            </a:r>
            <a:r>
              <a:rPr lang="en-US" altLang="zh-CN" sz="2400" dirty="0" err="1">
                <a:latin typeface="Calibri Light" panose="020F0302020204030204" pitchFamily="34" charset="0"/>
                <a:cs typeface="Calibri Light" panose="020F0302020204030204" pitchFamily="34" charset="0"/>
                <a:sym typeface="Wingdings" pitchFamily="2" charset="2"/>
              </a:rPr>
              <a:t>lawnmover</a:t>
            </a:r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  <a:sym typeface="Wingdings" pitchFamily="2" charset="2"/>
              </a:rPr>
              <a:t>).</a:t>
            </a:r>
          </a:p>
          <a:p>
            <a:r>
              <a:rPr lang="en-US" altLang="zh-CN" sz="2400" dirty="0">
                <a:solidFill>
                  <a:srgbClr val="0081E2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Wingdings" pitchFamily="2" charset="2"/>
              </a:rPr>
              <a:t>4th-derivative peak </a:t>
            </a:r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  <a:sym typeface="Wingdings" pitchFamily="2" charset="2"/>
              </a:rPr>
              <a:t>indicates a strong shape-change region in the performance curve, but it’s easily influenced by noise.</a:t>
            </a:r>
          </a:p>
          <a:p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  <a:sym typeface="Wingdings" pitchFamily="2" charset="2"/>
              </a:rPr>
              <a:t>These two points are diagnostic references, not standalone final decisions.</a:t>
            </a:r>
            <a:endParaRPr lang="en-US" altLang="zh-CN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Result: </a:t>
            </a:r>
          </a:p>
          <a:p>
            <a:endParaRPr lang="en-US" altLang="zh-CN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E3864E-01F1-66FD-A8B5-7C8B608E4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6732" y="1048354"/>
            <a:ext cx="5805267" cy="5809645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D3C6D3A-500F-02A4-B28B-8E69C8D8C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254190"/>
              </p:ext>
            </p:extLst>
          </p:nvPr>
        </p:nvGraphicFramePr>
        <p:xfrm>
          <a:off x="978878" y="5147104"/>
          <a:ext cx="5407854" cy="1514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2618">
                  <a:extLst>
                    <a:ext uri="{9D8B030D-6E8A-4147-A177-3AD203B41FA5}">
                      <a16:colId xmlns:a16="http://schemas.microsoft.com/office/drawing/2014/main" val="332428776"/>
                    </a:ext>
                  </a:extLst>
                </a:gridCol>
                <a:gridCol w="1607624">
                  <a:extLst>
                    <a:ext uri="{9D8B030D-6E8A-4147-A177-3AD203B41FA5}">
                      <a16:colId xmlns:a16="http://schemas.microsoft.com/office/drawing/2014/main" val="2261522073"/>
                    </a:ext>
                  </a:extLst>
                </a:gridCol>
                <a:gridCol w="1997612">
                  <a:extLst>
                    <a:ext uri="{9D8B030D-6E8A-4147-A177-3AD203B41FA5}">
                      <a16:colId xmlns:a16="http://schemas.microsoft.com/office/drawing/2014/main" val="1047095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Algorithm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knee(m)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en" altLang="zh-CN" sz="1800" b="1" kern="1200" baseline="30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-deriv peak</a:t>
                      </a:r>
                      <a:r>
                        <a:rPr lang="en-US" altLang="zh-CN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(m)</a:t>
                      </a:r>
                      <a:endParaRPr lang="zh-CN" alt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0188759"/>
                  </a:ext>
                </a:extLst>
              </a:tr>
              <a:tr h="537086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Lawnmover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32.5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21.6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1234393"/>
                  </a:ext>
                </a:extLst>
              </a:tr>
              <a:tr h="611738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Perimeter spiral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13.9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28.1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438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1139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B5D29-7C3E-80E7-CFA3-51E13A5F7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24DE9-F3B8-D3FF-C53B-6760ACFD3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312"/>
            <a:ext cx="10515600" cy="1325563"/>
          </a:xfrm>
        </p:spPr>
        <p:txBody>
          <a:bodyPr/>
          <a:lstStyle/>
          <a:p>
            <a:r>
              <a:rPr lang="en" altLang="zh-CN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PLB</a:t>
            </a:r>
            <a:r>
              <a:rPr lang="zh-CN" altLang="en-US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Searching</a:t>
            </a:r>
            <a:endParaRPr lang="en-US" dirty="0">
              <a:solidFill>
                <a:srgbClr val="0081E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6D789E-B9E0-58A7-B178-E98293BC93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64152"/>
            <a:ext cx="8525510" cy="569753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2597DF4-3629-C064-C82D-3E4F9F300FBA}"/>
              </a:ext>
            </a:extLst>
          </p:cNvPr>
          <p:cNvSpPr txBox="1"/>
          <p:nvPr/>
        </p:nvSpPr>
        <p:spPr>
          <a:xfrm>
            <a:off x="8361389" y="4272677"/>
            <a:ext cx="383061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Use command</a:t>
            </a:r>
          </a:p>
          <a:p>
            <a:r>
              <a:rPr kumimoji="1" lang="en-US" altLang="zh-CN" dirty="0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kumimoji="1" lang="en-US" altLang="zh-CN" dirty="0" err="1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venv</a:t>
            </a:r>
            <a:r>
              <a:rPr kumimoji="1" lang="en-US" altLang="zh-CN" dirty="0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/bin/python </a:t>
            </a:r>
            <a:r>
              <a:rPr kumimoji="1" lang="en-US" altLang="zh-CN" dirty="0" err="1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path_planner</a:t>
            </a:r>
            <a:r>
              <a:rPr kumimoji="1" lang="en-US" altLang="zh-CN" dirty="0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en-US" altLang="zh-CN" dirty="0" err="1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simulate_plb.py</a:t>
            </a:r>
            <a:r>
              <a:rPr kumimoji="1" lang="en-US" altLang="zh-CN" dirty="0">
                <a:solidFill>
                  <a:schemeClr val="bg1"/>
                </a:solidFill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--n 6 --mode 0 --seed 323</a:t>
            </a:r>
          </a:p>
          <a:p>
            <a:r>
              <a:rPr kumimoji="1" lang="en-US" altLang="zh-CN" dirty="0"/>
              <a:t>to simulate.</a:t>
            </a:r>
          </a:p>
          <a:p>
            <a:r>
              <a:rPr kumimoji="1" lang="en-US" altLang="zh-CN" dirty="0"/>
              <a:t>Which n is number of sides of PLB; </a:t>
            </a:r>
          </a:p>
          <a:p>
            <a:r>
              <a:rPr kumimoji="1" lang="en-US" altLang="zh-CN" dirty="0"/>
              <a:t>mode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is the path planning method; seed is the random number used to generate the polygon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9506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FE6A-B275-E0C4-7C36-D03F2C20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0047-FE6D-DFA3-401B-1DEE52BC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00"/>
            <a:ext cx="10515600" cy="1325563"/>
          </a:xfrm>
        </p:spPr>
        <p:txBody>
          <a:bodyPr/>
          <a:lstStyle/>
          <a:p>
            <a:r>
              <a:rPr lang="en" altLang="zh-CN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</a:t>
            </a:r>
            <a:r>
              <a:rPr lang="zh-CN" altLang="en-US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PLB Searching Simulation</a:t>
            </a:r>
            <a:endParaRPr lang="en-US" dirty="0">
              <a:solidFill>
                <a:srgbClr val="0081E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5EEB7E92-9F47-5BC7-91C3-1E9941535B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84787"/>
            <a:ext cx="7124114" cy="4351338"/>
          </a:xfrm>
        </p:spPr>
        <p:txBody>
          <a:bodyPr/>
          <a:lstStyle/>
          <a:p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Use --n 6 --mode 0 --seed 1224</a:t>
            </a:r>
            <a:r>
              <a:rPr lang="zh-CN" alt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as example,</a:t>
            </a:r>
            <a:endParaRPr lang="zh-CN" alt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F798109-6B72-5C20-20D7-7F2104060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35" y="1395263"/>
            <a:ext cx="7524729" cy="546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116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DAC90-F2B7-2951-741D-D0413D2AA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959F-C253-07C4-6B35-87BBCE9C1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00"/>
            <a:ext cx="10515600" cy="1325563"/>
          </a:xfrm>
        </p:spPr>
        <p:txBody>
          <a:bodyPr/>
          <a:lstStyle/>
          <a:p>
            <a:r>
              <a:rPr lang="en" altLang="zh-CN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Performance</a:t>
            </a:r>
            <a:r>
              <a:rPr lang="zh-CN" altLang="en-US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dirty="0">
                <a:solidFill>
                  <a:srgbClr val="0081E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PLB Searching Simulation</a:t>
            </a:r>
            <a:endParaRPr lang="en-US" dirty="0">
              <a:solidFill>
                <a:srgbClr val="0081E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内容占位符 4">
            <a:extLst>
              <a:ext uri="{FF2B5EF4-FFF2-40B4-BE49-F238E27FC236}">
                <a16:creationId xmlns:a16="http://schemas.microsoft.com/office/drawing/2014/main" id="{DE0F31E9-B57F-BDEF-A685-A62A8651D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84787"/>
            <a:ext cx="7124114" cy="4351338"/>
          </a:xfrm>
        </p:spPr>
        <p:txBody>
          <a:bodyPr/>
          <a:lstStyle/>
          <a:p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Use --n 6 --mode 1 --seed 1224</a:t>
            </a:r>
            <a:r>
              <a:rPr lang="zh-CN" altLang="en-US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zh-CN" sz="2400" dirty="0">
                <a:latin typeface="Calibri Light" panose="020F0302020204030204" pitchFamily="34" charset="0"/>
                <a:cs typeface="Calibri Light" panose="020F0302020204030204" pitchFamily="34" charset="0"/>
              </a:rPr>
              <a:t>as example,</a:t>
            </a:r>
            <a:endParaRPr lang="zh-CN" altLang="en-US" sz="24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4B2DCE-B1D5-1C70-D4A1-278DE8DB7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713" y="1395263"/>
            <a:ext cx="7552573" cy="548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469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CBFF2AD-0154-4F02-8A99-992622753A1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039b6b3-f532-4272-95e9-d9440be4296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10553</TotalTime>
  <Words>876</Words>
  <Application>Microsoft Macintosh PowerPoint</Application>
  <PresentationFormat>宽屏</PresentationFormat>
  <Paragraphs>122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Cambria Math</vt:lpstr>
      <vt:lpstr>Consolas</vt:lpstr>
      <vt:lpstr>Microsoft New Tai Lue</vt:lpstr>
      <vt:lpstr>Wingdings</vt:lpstr>
      <vt:lpstr>Office Theme</vt:lpstr>
      <vt:lpstr>PowerPoint 演示文稿</vt:lpstr>
      <vt:lpstr>Mission Safety &amp; Search Strategy</vt:lpstr>
      <vt:lpstr>Mission Safety &amp; Search Strategy</vt:lpstr>
      <vt:lpstr>Path Planning Contribution</vt:lpstr>
      <vt:lpstr>Overview</vt:lpstr>
      <vt:lpstr>Path Planning Algorithms – Lawnmover </vt:lpstr>
      <vt:lpstr>Path Planning Algorithms – Perimeter Spiral</vt:lpstr>
      <vt:lpstr>Performance of 2 Path Planning Algorithms</vt:lpstr>
      <vt:lpstr>Path Planning Simulation</vt:lpstr>
      <vt:lpstr>Compromise Point: Spacing Selection</vt:lpstr>
      <vt:lpstr>Knee Point + 4th Derivative Peak</vt:lpstr>
      <vt:lpstr>PLB Searching</vt:lpstr>
      <vt:lpstr>Performance of PLB Searching Simulation</vt:lpstr>
      <vt:lpstr>Performance of PLB Searching 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Herish Dina</dc:creator>
  <cp:lastModifiedBy>子妍 雷</cp:lastModifiedBy>
  <cp:revision>5</cp:revision>
  <dcterms:created xsi:type="dcterms:W3CDTF">2026-04-02T11:52:37Z</dcterms:created>
  <dcterms:modified xsi:type="dcterms:W3CDTF">2026-04-10T18:22:12Z</dcterms:modified>
</cp:coreProperties>
</file>